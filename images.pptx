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21912263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09" autoAdjust="0"/>
    <p:restoredTop sz="94660"/>
  </p:normalViewPr>
  <p:slideViewPr>
    <p:cSldViewPr snapToGrid="0">
      <p:cViewPr>
        <p:scale>
          <a:sx n="75" d="100"/>
          <a:sy n="75" d="100"/>
        </p:scale>
        <p:origin x="43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39033" y="1122363"/>
            <a:ext cx="16434197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39033" y="3602038"/>
            <a:ext cx="16434197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65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502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55" y="1709739"/>
            <a:ext cx="1889932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55" y="4589464"/>
            <a:ext cx="1889932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0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6468" y="1825625"/>
            <a:ext cx="93127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93083" y="1825625"/>
            <a:ext cx="93127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322" y="365126"/>
            <a:ext cx="1889932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9323" y="1681163"/>
            <a:ext cx="92699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09323" y="2505075"/>
            <a:ext cx="9269913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093083" y="1681163"/>
            <a:ext cx="931556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093083" y="2505075"/>
            <a:ext cx="931556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6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67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393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323" y="457200"/>
            <a:ext cx="70672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5566" y="987426"/>
            <a:ext cx="110930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9323" y="2057400"/>
            <a:ext cx="70672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28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323" y="457200"/>
            <a:ext cx="70672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15566" y="987426"/>
            <a:ext cx="1109308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09323" y="2057400"/>
            <a:ext cx="70672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8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4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680963" y="365125"/>
            <a:ext cx="472483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6468" y="365125"/>
            <a:ext cx="1390059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6468" y="365126"/>
            <a:ext cx="188993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6468" y="1825625"/>
            <a:ext cx="188993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6468" y="6356351"/>
            <a:ext cx="493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55CBFB-22E7-435F-BD47-16CF4C657B8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58437" y="6356351"/>
            <a:ext cx="73953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75536" y="6356351"/>
            <a:ext cx="49302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CAD7E-4168-4BC8-9D8F-910F10E6B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23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206">
            <a:extLst>
              <a:ext uri="{FF2B5EF4-FFF2-40B4-BE49-F238E27FC236}">
                <a16:creationId xmlns:a16="http://schemas.microsoft.com/office/drawing/2014/main" id="{DE15F12A-B487-507F-3B2F-301DDC1C04F3}"/>
              </a:ext>
            </a:extLst>
          </p:cNvPr>
          <p:cNvSpPr/>
          <p:nvPr/>
        </p:nvSpPr>
        <p:spPr>
          <a:xfrm>
            <a:off x="10607510" y="229895"/>
            <a:ext cx="5618010" cy="2828425"/>
          </a:xfrm>
          <a:prstGeom prst="rect">
            <a:avLst/>
          </a:prstGeom>
          <a:solidFill>
            <a:schemeClr val="accent3">
              <a:lumMod val="40000"/>
              <a:lumOff val="60000"/>
              <a:alpha val="12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168C332-C71B-F8E3-FA05-770BBC491152}"/>
              </a:ext>
            </a:extLst>
          </p:cNvPr>
          <p:cNvSpPr/>
          <p:nvPr/>
        </p:nvSpPr>
        <p:spPr>
          <a:xfrm>
            <a:off x="2214592" y="262129"/>
            <a:ext cx="6733072" cy="2828425"/>
          </a:xfrm>
          <a:prstGeom prst="rect">
            <a:avLst/>
          </a:prstGeom>
          <a:solidFill>
            <a:schemeClr val="accent2">
              <a:lumMod val="40000"/>
              <a:lumOff val="60000"/>
              <a:alpha val="12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1020A5-FDA3-8704-31F9-F9D1EEFE6A60}"/>
              </a:ext>
            </a:extLst>
          </p:cNvPr>
          <p:cNvSpPr/>
          <p:nvPr/>
        </p:nvSpPr>
        <p:spPr>
          <a:xfrm>
            <a:off x="2900444" y="819201"/>
            <a:ext cx="81566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 descr="+&#10;">
            <a:extLst>
              <a:ext uri="{FF2B5EF4-FFF2-40B4-BE49-F238E27FC236}">
                <a16:creationId xmlns:a16="http://schemas.microsoft.com/office/drawing/2014/main" id="{E99FAAA3-5116-9C5E-AD0C-9ACDB6B9A3DB}"/>
              </a:ext>
            </a:extLst>
          </p:cNvPr>
          <p:cNvSpPr/>
          <p:nvPr/>
        </p:nvSpPr>
        <p:spPr>
          <a:xfrm>
            <a:off x="3744604" y="1040214"/>
            <a:ext cx="146251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52B66C-A5AC-1EBF-E16B-14698AF564F7}"/>
              </a:ext>
            </a:extLst>
          </p:cNvPr>
          <p:cNvSpPr txBox="1"/>
          <p:nvPr/>
        </p:nvSpPr>
        <p:spPr>
          <a:xfrm>
            <a:off x="2710392" y="1394790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64x256x256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EBE14B-EADE-D603-8876-5D7029976AE3}"/>
              </a:ext>
            </a:extLst>
          </p:cNvPr>
          <p:cNvSpPr txBox="1"/>
          <p:nvPr/>
        </p:nvSpPr>
        <p:spPr>
          <a:xfrm>
            <a:off x="3013978" y="1391827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64x256x256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02EFD-286B-A95B-04FB-90120EAD3577}"/>
              </a:ext>
            </a:extLst>
          </p:cNvPr>
          <p:cNvSpPr txBox="1"/>
          <p:nvPr/>
        </p:nvSpPr>
        <p:spPr>
          <a:xfrm>
            <a:off x="3353356" y="139279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64x256x256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3A9534-383D-7229-9BBC-134E3C19DB67}"/>
              </a:ext>
            </a:extLst>
          </p:cNvPr>
          <p:cNvCxnSpPr/>
          <p:nvPr/>
        </p:nvCxnSpPr>
        <p:spPr>
          <a:xfrm>
            <a:off x="2988278" y="1115391"/>
            <a:ext cx="197404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5CE996-208A-7F0A-B258-09C63CBE3DC3}"/>
              </a:ext>
            </a:extLst>
          </p:cNvPr>
          <p:cNvCxnSpPr/>
          <p:nvPr/>
        </p:nvCxnSpPr>
        <p:spPr>
          <a:xfrm>
            <a:off x="3270257" y="1115391"/>
            <a:ext cx="197404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C41C59B-1788-788A-B9B7-E327932CE53D}"/>
              </a:ext>
            </a:extLst>
          </p:cNvPr>
          <p:cNvCxnSpPr/>
          <p:nvPr/>
        </p:nvCxnSpPr>
        <p:spPr>
          <a:xfrm>
            <a:off x="3547198" y="1115391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A3672745-1EE0-6007-BBA5-D74E0845C29E}"/>
              </a:ext>
            </a:extLst>
          </p:cNvPr>
          <p:cNvCxnSpPr>
            <a:cxnSpLocks/>
            <a:stCxn id="3" idx="0"/>
            <a:endCxn id="6" idx="0"/>
          </p:cNvCxnSpPr>
          <p:nvPr/>
        </p:nvCxnSpPr>
        <p:spPr>
          <a:xfrm rot="16200000" flipH="1">
            <a:off x="3268971" y="491458"/>
            <a:ext cx="221013" cy="876501"/>
          </a:xfrm>
          <a:prstGeom prst="bentConnector3">
            <a:avLst>
              <a:gd name="adj1" fmla="val -33616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BBFF1D-6817-7C70-D708-0C5B561C41E8}"/>
              </a:ext>
            </a:extLst>
          </p:cNvPr>
          <p:cNvCxnSpPr/>
          <p:nvPr/>
        </p:nvCxnSpPr>
        <p:spPr>
          <a:xfrm>
            <a:off x="3890853" y="1119703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17D4613-E8DF-D6A7-0334-939BF1DE7788}"/>
              </a:ext>
            </a:extLst>
          </p:cNvPr>
          <p:cNvSpPr txBox="1"/>
          <p:nvPr/>
        </p:nvSpPr>
        <p:spPr>
          <a:xfrm>
            <a:off x="3917355" y="69074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64x256x256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EF7685F-1CE9-814A-267C-7B0FA33E73E6}"/>
              </a:ext>
            </a:extLst>
          </p:cNvPr>
          <p:cNvCxnSpPr>
            <a:cxnSpLocks/>
          </p:cNvCxnSpPr>
          <p:nvPr/>
        </p:nvCxnSpPr>
        <p:spPr>
          <a:xfrm>
            <a:off x="4114203" y="1404565"/>
            <a:ext cx="1" cy="207735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BB39DA8F-4253-0070-2F8B-AD1C7D04FB6A}"/>
              </a:ext>
            </a:extLst>
          </p:cNvPr>
          <p:cNvSpPr/>
          <p:nvPr/>
        </p:nvSpPr>
        <p:spPr>
          <a:xfrm>
            <a:off x="4031297" y="1616566"/>
            <a:ext cx="200101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C0B881-4ADB-3732-93BC-5024B76C208C}"/>
              </a:ext>
            </a:extLst>
          </p:cNvPr>
          <p:cNvSpPr txBox="1"/>
          <p:nvPr/>
        </p:nvSpPr>
        <p:spPr>
          <a:xfrm>
            <a:off x="3892784" y="1934166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128x128x128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BF18BD5-9B97-B99E-1C3E-97E3A79C5958}"/>
              </a:ext>
            </a:extLst>
          </p:cNvPr>
          <p:cNvCxnSpPr/>
          <p:nvPr/>
        </p:nvCxnSpPr>
        <p:spPr>
          <a:xfrm>
            <a:off x="4231397" y="1782819"/>
            <a:ext cx="197404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1696FB7-CE61-524C-BB0B-53000F803EA8}"/>
              </a:ext>
            </a:extLst>
          </p:cNvPr>
          <p:cNvSpPr txBox="1"/>
          <p:nvPr/>
        </p:nvSpPr>
        <p:spPr>
          <a:xfrm>
            <a:off x="4289179" y="1939045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128x128x128</a:t>
            </a:r>
          </a:p>
        </p:txBody>
      </p:sp>
      <p:sp>
        <p:nvSpPr>
          <p:cNvPr id="40" name="Oval 39" descr="+&#10;">
            <a:extLst>
              <a:ext uri="{FF2B5EF4-FFF2-40B4-BE49-F238E27FC236}">
                <a16:creationId xmlns:a16="http://schemas.microsoft.com/office/drawing/2014/main" id="{206708B4-D862-44D0-2308-C960F5FE856A}"/>
              </a:ext>
            </a:extLst>
          </p:cNvPr>
          <p:cNvSpPr/>
          <p:nvPr/>
        </p:nvSpPr>
        <p:spPr>
          <a:xfrm>
            <a:off x="4859816" y="1699880"/>
            <a:ext cx="146251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3465370-DD3C-70D6-9B5F-D0DB6C719C7C}"/>
              </a:ext>
            </a:extLst>
          </p:cNvPr>
          <p:cNvCxnSpPr>
            <a:cxnSpLocks/>
          </p:cNvCxnSpPr>
          <p:nvPr/>
        </p:nvCxnSpPr>
        <p:spPr>
          <a:xfrm flipV="1">
            <a:off x="4635380" y="1783580"/>
            <a:ext cx="224435" cy="2608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54F693BD-B0BF-35A1-7936-1C882D8BC390}"/>
              </a:ext>
            </a:extLst>
          </p:cNvPr>
          <p:cNvCxnSpPr>
            <a:cxnSpLocks/>
            <a:stCxn id="20" idx="2"/>
            <a:endCxn id="40" idx="0"/>
          </p:cNvCxnSpPr>
          <p:nvPr/>
        </p:nvCxnSpPr>
        <p:spPr>
          <a:xfrm rot="16200000" flipH="1">
            <a:off x="4391498" y="1158437"/>
            <a:ext cx="285399" cy="797489"/>
          </a:xfrm>
          <a:prstGeom prst="bentConnector3">
            <a:avLst>
              <a:gd name="adj1" fmla="val 5000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A31B2AE-5A2B-1118-CDAF-FE74D2EDEEFA}"/>
              </a:ext>
            </a:extLst>
          </p:cNvPr>
          <p:cNvCxnSpPr/>
          <p:nvPr/>
        </p:nvCxnSpPr>
        <p:spPr>
          <a:xfrm>
            <a:off x="5006066" y="1782819"/>
            <a:ext cx="197404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B29EFF5-56CF-E2A0-E151-98E2A2AA6AEA}"/>
              </a:ext>
            </a:extLst>
          </p:cNvPr>
          <p:cNvSpPr txBox="1"/>
          <p:nvPr/>
        </p:nvSpPr>
        <p:spPr>
          <a:xfrm>
            <a:off x="5081148" y="1490220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128x128x128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09E000-22A8-6452-8B1C-1D9638D71BA6}"/>
              </a:ext>
            </a:extLst>
          </p:cNvPr>
          <p:cNvSpPr txBox="1"/>
          <p:nvPr/>
        </p:nvSpPr>
        <p:spPr>
          <a:xfrm>
            <a:off x="5114940" y="232735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256x64x64</a:t>
            </a:r>
          </a:p>
        </p:txBody>
      </p:sp>
      <p:sp>
        <p:nvSpPr>
          <p:cNvPr id="59" name="Oval 58" descr="+&#10;">
            <a:extLst>
              <a:ext uri="{FF2B5EF4-FFF2-40B4-BE49-F238E27FC236}">
                <a16:creationId xmlns:a16="http://schemas.microsoft.com/office/drawing/2014/main" id="{97E374EC-2BF7-E860-F00B-D544B41F1A9F}"/>
              </a:ext>
            </a:extLst>
          </p:cNvPr>
          <p:cNvSpPr/>
          <p:nvPr/>
        </p:nvSpPr>
        <p:spPr>
          <a:xfrm>
            <a:off x="6279300" y="2190451"/>
            <a:ext cx="146251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437DB67-DC2D-E407-916A-FBE3CCDC6027}"/>
              </a:ext>
            </a:extLst>
          </p:cNvPr>
          <p:cNvCxnSpPr>
            <a:cxnSpLocks/>
            <a:stCxn id="24" idx="2"/>
            <a:endCxn id="59" idx="0"/>
          </p:cNvCxnSpPr>
          <p:nvPr/>
        </p:nvCxnSpPr>
        <p:spPr>
          <a:xfrm rot="16200000" flipH="1">
            <a:off x="5712049" y="1550076"/>
            <a:ext cx="239542" cy="1041210"/>
          </a:xfrm>
          <a:prstGeom prst="bentConnector3">
            <a:avLst>
              <a:gd name="adj1" fmla="val 5000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9902D06-1D1C-B2DB-16AF-211EF5A89229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6425549" y="2265628"/>
            <a:ext cx="19723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32B294CA-D2DA-A61E-7427-B186DD532FDB}"/>
              </a:ext>
            </a:extLst>
          </p:cNvPr>
          <p:cNvSpPr txBox="1"/>
          <p:nvPr/>
        </p:nvSpPr>
        <p:spPr>
          <a:xfrm>
            <a:off x="5675151" y="233150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256x64x64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A022832-1473-581E-61A9-1DB0FE9AE74C}"/>
              </a:ext>
            </a:extLst>
          </p:cNvPr>
          <p:cNvCxnSpPr>
            <a:cxnSpLocks/>
          </p:cNvCxnSpPr>
          <p:nvPr/>
        </p:nvCxnSpPr>
        <p:spPr>
          <a:xfrm flipV="1">
            <a:off x="5479847" y="2266310"/>
            <a:ext cx="224435" cy="2608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F9739839-F0C8-F0A0-7FD6-923C97C79740}"/>
              </a:ext>
            </a:extLst>
          </p:cNvPr>
          <p:cNvCxnSpPr>
            <a:cxnSpLocks/>
          </p:cNvCxnSpPr>
          <p:nvPr/>
        </p:nvCxnSpPr>
        <p:spPr>
          <a:xfrm>
            <a:off x="6769665" y="2336676"/>
            <a:ext cx="0" cy="207735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AB444725-19E6-E178-11F5-CFBBEDA83165}"/>
              </a:ext>
            </a:extLst>
          </p:cNvPr>
          <p:cNvSpPr/>
          <p:nvPr/>
        </p:nvSpPr>
        <p:spPr>
          <a:xfrm>
            <a:off x="6547036" y="2542087"/>
            <a:ext cx="524348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99A82F-142E-5462-449D-A0DD6D0E3D64}"/>
              </a:ext>
            </a:extLst>
          </p:cNvPr>
          <p:cNvSpPr txBox="1"/>
          <p:nvPr/>
        </p:nvSpPr>
        <p:spPr>
          <a:xfrm>
            <a:off x="6575821" y="259607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512x32x32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A24C91-4ED3-21AA-6042-B2582068383E}"/>
              </a:ext>
            </a:extLst>
          </p:cNvPr>
          <p:cNvSpPr txBox="1"/>
          <p:nvPr/>
        </p:nvSpPr>
        <p:spPr>
          <a:xfrm>
            <a:off x="7285531" y="261190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512x32x32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C2B4868-E378-C165-4B28-F101C21C5892}"/>
              </a:ext>
            </a:extLst>
          </p:cNvPr>
          <p:cNvSpPr txBox="1"/>
          <p:nvPr/>
        </p:nvSpPr>
        <p:spPr>
          <a:xfrm>
            <a:off x="8392293" y="261190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512x32x32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699C3583-58B8-F6AE-C8ED-5D7427F12863}"/>
              </a:ext>
            </a:extLst>
          </p:cNvPr>
          <p:cNvCxnSpPr>
            <a:cxnSpLocks/>
            <a:stCxn id="90" idx="3"/>
            <a:endCxn id="54" idx="1"/>
          </p:cNvCxnSpPr>
          <p:nvPr/>
        </p:nvCxnSpPr>
        <p:spPr>
          <a:xfrm>
            <a:off x="7071385" y="2581402"/>
            <a:ext cx="150870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16E42521-827F-3F96-B8EB-D56E812C3BCF}"/>
              </a:ext>
            </a:extLst>
          </p:cNvPr>
          <p:cNvCxnSpPr>
            <a:cxnSpLocks/>
            <a:stCxn id="44" idx="2"/>
            <a:endCxn id="103" idx="0"/>
          </p:cNvCxnSpPr>
          <p:nvPr/>
        </p:nvCxnSpPr>
        <p:spPr>
          <a:xfrm rot="16200000" flipH="1">
            <a:off x="7358066" y="1811091"/>
            <a:ext cx="157777" cy="1248005"/>
          </a:xfrm>
          <a:prstGeom prst="bentConnector3">
            <a:avLst>
              <a:gd name="adj1" fmla="val 35512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Oval 102" descr="+&#10;">
            <a:extLst>
              <a:ext uri="{FF2B5EF4-FFF2-40B4-BE49-F238E27FC236}">
                <a16:creationId xmlns:a16="http://schemas.microsoft.com/office/drawing/2014/main" id="{39121686-4E6A-898E-874B-27BD0B35AF44}"/>
              </a:ext>
            </a:extLst>
          </p:cNvPr>
          <p:cNvSpPr/>
          <p:nvPr/>
        </p:nvSpPr>
        <p:spPr>
          <a:xfrm>
            <a:off x="7987832" y="2513981"/>
            <a:ext cx="146251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+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DFDA4A41-E997-5A24-CCD4-DBD20C06E9F6}"/>
              </a:ext>
            </a:extLst>
          </p:cNvPr>
          <p:cNvCxnSpPr>
            <a:cxnSpLocks/>
            <a:endCxn id="103" idx="2"/>
          </p:cNvCxnSpPr>
          <p:nvPr/>
        </p:nvCxnSpPr>
        <p:spPr>
          <a:xfrm>
            <a:off x="7686705" y="2589158"/>
            <a:ext cx="301126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5F305F31-D88C-7F67-6CDA-FF12EB2500A3}"/>
              </a:ext>
            </a:extLst>
          </p:cNvPr>
          <p:cNvCxnSpPr>
            <a:cxnSpLocks/>
            <a:stCxn id="103" idx="6"/>
          </p:cNvCxnSpPr>
          <p:nvPr/>
        </p:nvCxnSpPr>
        <p:spPr>
          <a:xfrm>
            <a:off x="8134081" y="2589158"/>
            <a:ext cx="19723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Connector: Elbow 135">
            <a:extLst>
              <a:ext uri="{FF2B5EF4-FFF2-40B4-BE49-F238E27FC236}">
                <a16:creationId xmlns:a16="http://schemas.microsoft.com/office/drawing/2014/main" id="{0ECAE549-14AC-93AC-8C1A-A02003A49C6D}"/>
              </a:ext>
            </a:extLst>
          </p:cNvPr>
          <p:cNvCxnSpPr>
            <a:cxnSpLocks/>
            <a:stCxn id="65" idx="0"/>
            <a:endCxn id="78" idx="0"/>
          </p:cNvCxnSpPr>
          <p:nvPr/>
        </p:nvCxnSpPr>
        <p:spPr>
          <a:xfrm rot="5400000" flipH="1" flipV="1">
            <a:off x="9727376" y="1382000"/>
            <a:ext cx="42157" cy="2290608"/>
          </a:xfrm>
          <a:prstGeom prst="bentConnector3">
            <a:avLst>
              <a:gd name="adj1" fmla="val 425350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232320E7-2108-83FD-1DBB-7C10298CDCCC}"/>
              </a:ext>
            </a:extLst>
          </p:cNvPr>
          <p:cNvSpPr txBox="1"/>
          <p:nvPr/>
        </p:nvSpPr>
        <p:spPr>
          <a:xfrm>
            <a:off x="12826708" y="2344033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256x64x64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69B01DA6-2CFD-863E-7748-9FD4DB9C17F7}"/>
              </a:ext>
            </a:extLst>
          </p:cNvPr>
          <p:cNvSpPr txBox="1"/>
          <p:nvPr/>
        </p:nvSpPr>
        <p:spPr>
          <a:xfrm>
            <a:off x="14051988" y="1934166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128x128x128</a:t>
            </a:r>
          </a:p>
        </p:txBody>
      </p:sp>
      <p:pic>
        <p:nvPicPr>
          <p:cNvPr id="235" name="Picture 234">
            <a:extLst>
              <a:ext uri="{FF2B5EF4-FFF2-40B4-BE49-F238E27FC236}">
                <a16:creationId xmlns:a16="http://schemas.microsoft.com/office/drawing/2014/main" id="{A9F3B15D-2ED3-852F-A559-1516552B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895" y="776231"/>
            <a:ext cx="772058" cy="774214"/>
          </a:xfrm>
          <a:prstGeom prst="rect">
            <a:avLst/>
          </a:prstGeom>
          <a:scene3d>
            <a:camera prst="isometricOffAxis2Right"/>
            <a:lightRig rig="threePt" dir="t"/>
          </a:scene3d>
        </p:spPr>
      </p:pic>
      <p:sp>
        <p:nvSpPr>
          <p:cNvPr id="236" name="TextBox 235">
            <a:extLst>
              <a:ext uri="{FF2B5EF4-FFF2-40B4-BE49-F238E27FC236}">
                <a16:creationId xmlns:a16="http://schemas.microsoft.com/office/drawing/2014/main" id="{23C5A65C-82FF-34A8-BF11-C59FF5157BA4}"/>
              </a:ext>
            </a:extLst>
          </p:cNvPr>
          <p:cNvSpPr txBox="1"/>
          <p:nvPr/>
        </p:nvSpPr>
        <p:spPr>
          <a:xfrm>
            <a:off x="2437263" y="1529014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3x256x256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E08F2B-99CE-646E-E297-072ACFCCBAFA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620353" y="1116841"/>
            <a:ext cx="280093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0" name="TextBox 259">
            <a:extLst>
              <a:ext uri="{FF2B5EF4-FFF2-40B4-BE49-F238E27FC236}">
                <a16:creationId xmlns:a16="http://schemas.microsoft.com/office/drawing/2014/main" id="{951FE382-AA48-53F9-F618-5195EFCD324A}"/>
              </a:ext>
            </a:extLst>
          </p:cNvPr>
          <p:cNvSpPr txBox="1"/>
          <p:nvPr/>
        </p:nvSpPr>
        <p:spPr>
          <a:xfrm>
            <a:off x="4701275" y="2818720"/>
            <a:ext cx="167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ENCODER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B5316E19-8E05-7379-DEC2-3A084EBFB5C6}"/>
              </a:ext>
            </a:extLst>
          </p:cNvPr>
          <p:cNvSpPr txBox="1"/>
          <p:nvPr/>
        </p:nvSpPr>
        <p:spPr>
          <a:xfrm>
            <a:off x="12852275" y="2782777"/>
            <a:ext cx="167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DECODER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74A65C-AB64-106B-FDBA-B582AD91217E}"/>
              </a:ext>
            </a:extLst>
          </p:cNvPr>
          <p:cNvSpPr/>
          <p:nvPr/>
        </p:nvSpPr>
        <p:spPr>
          <a:xfrm>
            <a:off x="3185681" y="819201"/>
            <a:ext cx="81566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A73557-92CD-D7FC-84E2-4DC13EEB3597}"/>
              </a:ext>
            </a:extLst>
          </p:cNvPr>
          <p:cNvSpPr/>
          <p:nvPr/>
        </p:nvSpPr>
        <p:spPr>
          <a:xfrm>
            <a:off x="3472109" y="823436"/>
            <a:ext cx="81566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2D0D04-5604-F86E-BDC0-7F05D00D194B}"/>
              </a:ext>
            </a:extLst>
          </p:cNvPr>
          <p:cNvSpPr/>
          <p:nvPr/>
        </p:nvSpPr>
        <p:spPr>
          <a:xfrm>
            <a:off x="4094668" y="819201"/>
            <a:ext cx="81566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17EAC0-7E4A-E958-559E-69C2FAFFD1BD}"/>
              </a:ext>
            </a:extLst>
          </p:cNvPr>
          <p:cNvSpPr/>
          <p:nvPr/>
        </p:nvSpPr>
        <p:spPr>
          <a:xfrm>
            <a:off x="4434254" y="1619017"/>
            <a:ext cx="200101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A4E2E7-90CC-9F54-0ADB-EFDFED865755}"/>
              </a:ext>
            </a:extLst>
          </p:cNvPr>
          <p:cNvSpPr/>
          <p:nvPr/>
        </p:nvSpPr>
        <p:spPr>
          <a:xfrm>
            <a:off x="5211165" y="1616566"/>
            <a:ext cx="200101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BFB91F-0D03-2D50-03E4-87EE63679A91}"/>
              </a:ext>
            </a:extLst>
          </p:cNvPr>
          <p:cNvSpPr/>
          <p:nvPr/>
        </p:nvSpPr>
        <p:spPr>
          <a:xfrm>
            <a:off x="5138549" y="2159653"/>
            <a:ext cx="358848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59EF5D-A206-FF87-2221-2BD8C7AE7C02}"/>
              </a:ext>
            </a:extLst>
          </p:cNvPr>
          <p:cNvCxnSpPr>
            <a:cxnSpLocks/>
          </p:cNvCxnSpPr>
          <p:nvPr/>
        </p:nvCxnSpPr>
        <p:spPr>
          <a:xfrm>
            <a:off x="5287363" y="1953864"/>
            <a:ext cx="0" cy="207735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360208C5-4141-EDE0-1C5D-022A593F7AAE}"/>
              </a:ext>
            </a:extLst>
          </p:cNvPr>
          <p:cNvSpPr/>
          <p:nvPr/>
        </p:nvSpPr>
        <p:spPr>
          <a:xfrm>
            <a:off x="5710132" y="2167201"/>
            <a:ext cx="358848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180EF8D-B79F-1568-5ED6-1BD0E296B74E}"/>
              </a:ext>
            </a:extLst>
          </p:cNvPr>
          <p:cNvCxnSpPr>
            <a:cxnSpLocks/>
          </p:cNvCxnSpPr>
          <p:nvPr/>
        </p:nvCxnSpPr>
        <p:spPr>
          <a:xfrm flipV="1">
            <a:off x="6058967" y="2266310"/>
            <a:ext cx="224435" cy="2608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C9A711F5-AC4C-F95A-A108-35083816F0BC}"/>
              </a:ext>
            </a:extLst>
          </p:cNvPr>
          <p:cNvSpPr/>
          <p:nvPr/>
        </p:nvSpPr>
        <p:spPr>
          <a:xfrm>
            <a:off x="6633527" y="2175053"/>
            <a:ext cx="358848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3F69DBC-D339-5269-4904-188AFB1A8120}"/>
              </a:ext>
            </a:extLst>
          </p:cNvPr>
          <p:cNvSpPr/>
          <p:nvPr/>
        </p:nvSpPr>
        <p:spPr>
          <a:xfrm>
            <a:off x="7222254" y="2542087"/>
            <a:ext cx="524348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C065DC6-9767-B81C-570F-91D37B59F22C}"/>
              </a:ext>
            </a:extLst>
          </p:cNvPr>
          <p:cNvSpPr/>
          <p:nvPr/>
        </p:nvSpPr>
        <p:spPr>
          <a:xfrm>
            <a:off x="8340976" y="2548382"/>
            <a:ext cx="524348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031154C-20BB-9AAC-9A2F-42580C9EF874}"/>
              </a:ext>
            </a:extLst>
          </p:cNvPr>
          <p:cNvSpPr/>
          <p:nvPr/>
        </p:nvSpPr>
        <p:spPr>
          <a:xfrm>
            <a:off x="9106152" y="2545124"/>
            <a:ext cx="668426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8C9E009-5CE5-B3A1-C2E7-F1F7C506E512}"/>
              </a:ext>
            </a:extLst>
          </p:cNvPr>
          <p:cNvCxnSpPr>
            <a:cxnSpLocks/>
            <a:stCxn id="65" idx="3"/>
            <a:endCxn id="70" idx="1"/>
          </p:cNvCxnSpPr>
          <p:nvPr/>
        </p:nvCxnSpPr>
        <p:spPr>
          <a:xfrm flipV="1">
            <a:off x="8865324" y="2584439"/>
            <a:ext cx="240828" cy="3258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AFEB656F-1B41-8236-E3E8-8309946EA303}"/>
              </a:ext>
            </a:extLst>
          </p:cNvPr>
          <p:cNvSpPr txBox="1"/>
          <p:nvPr/>
        </p:nvSpPr>
        <p:spPr>
          <a:xfrm>
            <a:off x="9220968" y="261190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1024x32x32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405890E-BB7D-EF2F-87EB-4E71F450376F}"/>
              </a:ext>
            </a:extLst>
          </p:cNvPr>
          <p:cNvCxnSpPr>
            <a:cxnSpLocks/>
          </p:cNvCxnSpPr>
          <p:nvPr/>
        </p:nvCxnSpPr>
        <p:spPr>
          <a:xfrm>
            <a:off x="9780001" y="2582863"/>
            <a:ext cx="19723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9EB7068E-7972-998E-0843-067A19D66764}"/>
              </a:ext>
            </a:extLst>
          </p:cNvPr>
          <p:cNvSpPr/>
          <p:nvPr/>
        </p:nvSpPr>
        <p:spPr>
          <a:xfrm>
            <a:off x="9986896" y="2542087"/>
            <a:ext cx="524348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4A4140-FD41-BF38-1716-E013D1829CCB}"/>
              </a:ext>
            </a:extLst>
          </p:cNvPr>
          <p:cNvSpPr txBox="1"/>
          <p:nvPr/>
        </p:nvSpPr>
        <p:spPr>
          <a:xfrm>
            <a:off x="10057263" y="259607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512x32x32</a:t>
            </a:r>
          </a:p>
        </p:txBody>
      </p:sp>
      <p:sp>
        <p:nvSpPr>
          <p:cNvPr id="78" name="Oval 77" descr="+&#10;">
            <a:extLst>
              <a:ext uri="{FF2B5EF4-FFF2-40B4-BE49-F238E27FC236}">
                <a16:creationId xmlns:a16="http://schemas.microsoft.com/office/drawing/2014/main" id="{6FCDD1AA-BE7E-8210-E97E-B4DE50AB3988}"/>
              </a:ext>
            </a:extLst>
          </p:cNvPr>
          <p:cNvSpPr/>
          <p:nvPr/>
        </p:nvSpPr>
        <p:spPr>
          <a:xfrm>
            <a:off x="10819199" y="2506225"/>
            <a:ext cx="149117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|</a:t>
            </a:r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C3FCE4E-A3D6-EAAB-CA38-491A434CC764}"/>
              </a:ext>
            </a:extLst>
          </p:cNvPr>
          <p:cNvCxnSpPr>
            <a:cxnSpLocks/>
            <a:endCxn id="78" idx="2"/>
          </p:cNvCxnSpPr>
          <p:nvPr/>
        </p:nvCxnSpPr>
        <p:spPr>
          <a:xfrm>
            <a:off x="10518072" y="2581402"/>
            <a:ext cx="301126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EF83B68-7D1E-B006-30BF-A4C6A0B48217}"/>
              </a:ext>
            </a:extLst>
          </p:cNvPr>
          <p:cNvCxnSpPr>
            <a:cxnSpLocks/>
          </p:cNvCxnSpPr>
          <p:nvPr/>
        </p:nvCxnSpPr>
        <p:spPr>
          <a:xfrm>
            <a:off x="10967652" y="2581402"/>
            <a:ext cx="257425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E980D24E-7FB0-94CD-F50F-0809DF227DD4}"/>
              </a:ext>
            </a:extLst>
          </p:cNvPr>
          <p:cNvSpPr/>
          <p:nvPr/>
        </p:nvSpPr>
        <p:spPr>
          <a:xfrm>
            <a:off x="11227918" y="2542087"/>
            <a:ext cx="524348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E8F0672-67DD-D8A5-0286-26BB87241C8A}"/>
              </a:ext>
            </a:extLst>
          </p:cNvPr>
          <p:cNvSpPr txBox="1"/>
          <p:nvPr/>
        </p:nvSpPr>
        <p:spPr>
          <a:xfrm>
            <a:off x="11256703" y="2596072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512x32x32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4D4F86E-5061-28EC-E5F1-CE3C21A277BE}"/>
              </a:ext>
            </a:extLst>
          </p:cNvPr>
          <p:cNvSpPr txBox="1"/>
          <p:nvPr/>
        </p:nvSpPr>
        <p:spPr>
          <a:xfrm>
            <a:off x="11966413" y="2611909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512x32x32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F769286-C877-FD10-7198-FD0643C4A83F}"/>
              </a:ext>
            </a:extLst>
          </p:cNvPr>
          <p:cNvCxnSpPr>
            <a:cxnSpLocks/>
            <a:stCxn id="85" idx="3"/>
            <a:endCxn id="92" idx="1"/>
          </p:cNvCxnSpPr>
          <p:nvPr/>
        </p:nvCxnSpPr>
        <p:spPr>
          <a:xfrm>
            <a:off x="11752267" y="2581402"/>
            <a:ext cx="150870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A41E4A3E-F74E-C087-7ACA-F1DEFB22C515}"/>
              </a:ext>
            </a:extLst>
          </p:cNvPr>
          <p:cNvSpPr/>
          <p:nvPr/>
        </p:nvSpPr>
        <p:spPr>
          <a:xfrm>
            <a:off x="11903136" y="2542087"/>
            <a:ext cx="524348" cy="7863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B44CC9E-5349-3D78-6706-D9A2CA45A2F8}"/>
              </a:ext>
            </a:extLst>
          </p:cNvPr>
          <p:cNvSpPr/>
          <p:nvPr/>
        </p:nvSpPr>
        <p:spPr>
          <a:xfrm>
            <a:off x="11964127" y="2175051"/>
            <a:ext cx="358848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FF0A43C7-F6CF-13F3-5491-2784CD086D4D}"/>
              </a:ext>
            </a:extLst>
          </p:cNvPr>
          <p:cNvCxnSpPr>
            <a:cxnSpLocks/>
          </p:cNvCxnSpPr>
          <p:nvPr/>
        </p:nvCxnSpPr>
        <p:spPr>
          <a:xfrm flipV="1">
            <a:off x="12145439" y="2363501"/>
            <a:ext cx="0" cy="170756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C6D3F85-812F-8A15-F972-BA1B643BF9A4}"/>
              </a:ext>
            </a:extLst>
          </p:cNvPr>
          <p:cNvCxnSpPr>
            <a:cxnSpLocks/>
            <a:stCxn id="94" idx="3"/>
            <a:endCxn id="100" idx="2"/>
          </p:cNvCxnSpPr>
          <p:nvPr/>
        </p:nvCxnSpPr>
        <p:spPr>
          <a:xfrm>
            <a:off x="12322975" y="2265628"/>
            <a:ext cx="210020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0" name="Oval 99" descr="+&#10;">
            <a:extLst>
              <a:ext uri="{FF2B5EF4-FFF2-40B4-BE49-F238E27FC236}">
                <a16:creationId xmlns:a16="http://schemas.microsoft.com/office/drawing/2014/main" id="{713DD199-60DE-A7D0-2899-788580A0B056}"/>
              </a:ext>
            </a:extLst>
          </p:cNvPr>
          <p:cNvSpPr/>
          <p:nvPr/>
        </p:nvSpPr>
        <p:spPr>
          <a:xfrm>
            <a:off x="12532995" y="2190451"/>
            <a:ext cx="149117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|</a:t>
            </a:r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DBB43963-4935-173D-F2CB-1D768A0E0B8C}"/>
              </a:ext>
            </a:extLst>
          </p:cNvPr>
          <p:cNvCxnSpPr>
            <a:cxnSpLocks/>
            <a:stCxn id="100" idx="6"/>
          </p:cNvCxnSpPr>
          <p:nvPr/>
        </p:nvCxnSpPr>
        <p:spPr>
          <a:xfrm>
            <a:off x="12682112" y="2265628"/>
            <a:ext cx="156595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6B145996-8CB3-F1AE-B8CA-F791DB4CE9F8}"/>
              </a:ext>
            </a:extLst>
          </p:cNvPr>
          <p:cNvCxnSpPr>
            <a:cxnSpLocks/>
            <a:stCxn id="44" idx="0"/>
            <a:endCxn id="100" idx="0"/>
          </p:cNvCxnSpPr>
          <p:nvPr/>
        </p:nvCxnSpPr>
        <p:spPr>
          <a:xfrm rot="16200000" flipH="1">
            <a:off x="9702553" y="-714549"/>
            <a:ext cx="15398" cy="5794603"/>
          </a:xfrm>
          <a:prstGeom prst="bentConnector3">
            <a:avLst>
              <a:gd name="adj1" fmla="val -816548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1AF9D781-0761-D1EF-5251-05F0630009C9}"/>
              </a:ext>
            </a:extLst>
          </p:cNvPr>
          <p:cNvSpPr txBox="1"/>
          <p:nvPr/>
        </p:nvSpPr>
        <p:spPr>
          <a:xfrm>
            <a:off x="6597195" y="2057985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256x64x64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CE46091-157E-8CCC-72BF-31245A4BEF45}"/>
              </a:ext>
            </a:extLst>
          </p:cNvPr>
          <p:cNvSpPr txBox="1"/>
          <p:nvPr/>
        </p:nvSpPr>
        <p:spPr>
          <a:xfrm>
            <a:off x="11926748" y="2057731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256x64x64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43917997-9BB5-97F8-0CDB-897270461FD0}"/>
              </a:ext>
            </a:extLst>
          </p:cNvPr>
          <p:cNvSpPr/>
          <p:nvPr/>
        </p:nvSpPr>
        <p:spPr>
          <a:xfrm>
            <a:off x="12844237" y="2175051"/>
            <a:ext cx="358848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684F5D7D-8078-2DFF-710F-55B582777935}"/>
              </a:ext>
            </a:extLst>
          </p:cNvPr>
          <p:cNvCxnSpPr>
            <a:cxnSpLocks/>
          </p:cNvCxnSpPr>
          <p:nvPr/>
        </p:nvCxnSpPr>
        <p:spPr>
          <a:xfrm>
            <a:off x="13205987" y="2265628"/>
            <a:ext cx="156595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2790FF1-DDAE-8201-CEB2-8B6D2DF33D70}"/>
              </a:ext>
            </a:extLst>
          </p:cNvPr>
          <p:cNvSpPr/>
          <p:nvPr/>
        </p:nvSpPr>
        <p:spPr>
          <a:xfrm>
            <a:off x="13366092" y="2175051"/>
            <a:ext cx="358848" cy="1811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A1B1B31-C4E6-D3D3-C665-ECF77CF5FBC9}"/>
              </a:ext>
            </a:extLst>
          </p:cNvPr>
          <p:cNvCxnSpPr>
            <a:cxnSpLocks/>
            <a:stCxn id="120" idx="0"/>
            <a:endCxn id="123" idx="2"/>
          </p:cNvCxnSpPr>
          <p:nvPr/>
        </p:nvCxnSpPr>
        <p:spPr>
          <a:xfrm flipV="1">
            <a:off x="13545516" y="1941383"/>
            <a:ext cx="1241" cy="233668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7D7185C1-7255-7079-CB9B-7406936398AC}"/>
              </a:ext>
            </a:extLst>
          </p:cNvPr>
          <p:cNvSpPr/>
          <p:nvPr/>
        </p:nvSpPr>
        <p:spPr>
          <a:xfrm>
            <a:off x="13446706" y="1607038"/>
            <a:ext cx="200101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0248C28A-CC79-06C2-D452-C440E26CC581}"/>
              </a:ext>
            </a:extLst>
          </p:cNvPr>
          <p:cNvCxnSpPr>
            <a:cxnSpLocks/>
            <a:endCxn id="144" idx="2"/>
          </p:cNvCxnSpPr>
          <p:nvPr/>
        </p:nvCxnSpPr>
        <p:spPr>
          <a:xfrm>
            <a:off x="13659837" y="1782819"/>
            <a:ext cx="210020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Oval 143" descr="+&#10;">
            <a:extLst>
              <a:ext uri="{FF2B5EF4-FFF2-40B4-BE49-F238E27FC236}">
                <a16:creationId xmlns:a16="http://schemas.microsoft.com/office/drawing/2014/main" id="{57D03A4B-E6E6-30C2-88E7-486650A74365}"/>
              </a:ext>
            </a:extLst>
          </p:cNvPr>
          <p:cNvSpPr/>
          <p:nvPr/>
        </p:nvSpPr>
        <p:spPr>
          <a:xfrm>
            <a:off x="13869857" y="1707642"/>
            <a:ext cx="149117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|</a:t>
            </a:r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C69E5B22-17E3-0789-A867-0683F50E01CF}"/>
              </a:ext>
            </a:extLst>
          </p:cNvPr>
          <p:cNvCxnSpPr>
            <a:cxnSpLocks/>
            <a:stCxn id="144" idx="6"/>
          </p:cNvCxnSpPr>
          <p:nvPr/>
        </p:nvCxnSpPr>
        <p:spPr>
          <a:xfrm>
            <a:off x="14018974" y="1782819"/>
            <a:ext cx="156595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AA617D19-2A5C-1581-0483-15588ADAA24D}"/>
              </a:ext>
            </a:extLst>
          </p:cNvPr>
          <p:cNvCxnSpPr>
            <a:cxnSpLocks/>
            <a:stCxn id="24" idx="0"/>
            <a:endCxn id="144" idx="0"/>
          </p:cNvCxnSpPr>
          <p:nvPr/>
        </p:nvCxnSpPr>
        <p:spPr>
          <a:xfrm rot="16200000" flipH="1">
            <a:off x="9582278" y="-2654496"/>
            <a:ext cx="91076" cy="8633200"/>
          </a:xfrm>
          <a:prstGeom prst="bentConnector3">
            <a:avLst>
              <a:gd name="adj1" fmla="val -146416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148">
            <a:extLst>
              <a:ext uri="{FF2B5EF4-FFF2-40B4-BE49-F238E27FC236}">
                <a16:creationId xmlns:a16="http://schemas.microsoft.com/office/drawing/2014/main" id="{2B6F7F0A-1EB8-9396-FF74-632591F85F3E}"/>
              </a:ext>
            </a:extLst>
          </p:cNvPr>
          <p:cNvSpPr/>
          <p:nvPr/>
        </p:nvSpPr>
        <p:spPr>
          <a:xfrm>
            <a:off x="14182036" y="1607884"/>
            <a:ext cx="200101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67A3D4D6-5736-4615-5372-CA08EE276E6D}"/>
              </a:ext>
            </a:extLst>
          </p:cNvPr>
          <p:cNvCxnSpPr>
            <a:cxnSpLocks/>
          </p:cNvCxnSpPr>
          <p:nvPr/>
        </p:nvCxnSpPr>
        <p:spPr>
          <a:xfrm>
            <a:off x="14384734" y="1790581"/>
            <a:ext cx="156595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8964160-697F-B115-FBA8-FAF82FDD15B5}"/>
              </a:ext>
            </a:extLst>
          </p:cNvPr>
          <p:cNvSpPr/>
          <p:nvPr/>
        </p:nvSpPr>
        <p:spPr>
          <a:xfrm>
            <a:off x="14541895" y="1599821"/>
            <a:ext cx="200101" cy="33434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5C21DC90-73AD-C42D-1C73-D8461F47D5AE}"/>
              </a:ext>
            </a:extLst>
          </p:cNvPr>
          <p:cNvCxnSpPr>
            <a:cxnSpLocks/>
          </p:cNvCxnSpPr>
          <p:nvPr/>
        </p:nvCxnSpPr>
        <p:spPr>
          <a:xfrm flipV="1">
            <a:off x="14650416" y="1378632"/>
            <a:ext cx="1241" cy="233668"/>
          </a:xfrm>
          <a:prstGeom prst="straightConnector1">
            <a:avLst/>
          </a:prstGeom>
          <a:ln w="0">
            <a:solidFill>
              <a:schemeClr val="accent6">
                <a:lumMod val="75000"/>
              </a:schemeClr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DA53E21-DA87-B79A-822B-0F7C95E78EA9}"/>
              </a:ext>
            </a:extLst>
          </p:cNvPr>
          <p:cNvSpPr/>
          <p:nvPr/>
        </p:nvSpPr>
        <p:spPr>
          <a:xfrm>
            <a:off x="14610464" y="782699"/>
            <a:ext cx="81566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20C0070-1844-FE50-0920-6323729C836D}"/>
              </a:ext>
            </a:extLst>
          </p:cNvPr>
          <p:cNvCxnSpPr>
            <a:cxnSpLocks/>
            <a:endCxn id="158" idx="2"/>
          </p:cNvCxnSpPr>
          <p:nvPr/>
        </p:nvCxnSpPr>
        <p:spPr>
          <a:xfrm>
            <a:off x="14701046" y="1115391"/>
            <a:ext cx="210020" cy="0"/>
          </a:xfrm>
          <a:prstGeom prst="straightConnector1">
            <a:avLst/>
          </a:prstGeom>
          <a:ln w="0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" name="Oval 157" descr="+&#10;">
            <a:extLst>
              <a:ext uri="{FF2B5EF4-FFF2-40B4-BE49-F238E27FC236}">
                <a16:creationId xmlns:a16="http://schemas.microsoft.com/office/drawing/2014/main" id="{F2AE914E-8471-366E-DD8F-F084331C7757}"/>
              </a:ext>
            </a:extLst>
          </p:cNvPr>
          <p:cNvSpPr/>
          <p:nvPr/>
        </p:nvSpPr>
        <p:spPr>
          <a:xfrm>
            <a:off x="14911066" y="1040214"/>
            <a:ext cx="149117" cy="150354"/>
          </a:xfrm>
          <a:prstGeom prst="ellipse">
            <a:avLst/>
          </a:prstGeom>
          <a:solidFill>
            <a:schemeClr val="bg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</a:rPr>
              <a:t>|</a:t>
            </a:r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3E10EC6E-09AF-C98D-A6AB-A9BF51B5F39B}"/>
              </a:ext>
            </a:extLst>
          </p:cNvPr>
          <p:cNvCxnSpPr>
            <a:cxnSpLocks/>
            <a:stCxn id="158" idx="6"/>
          </p:cNvCxnSpPr>
          <p:nvPr/>
        </p:nvCxnSpPr>
        <p:spPr>
          <a:xfrm>
            <a:off x="15060183" y="1115391"/>
            <a:ext cx="156595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0" name="Connector: Elbow 159">
            <a:extLst>
              <a:ext uri="{FF2B5EF4-FFF2-40B4-BE49-F238E27FC236}">
                <a16:creationId xmlns:a16="http://schemas.microsoft.com/office/drawing/2014/main" id="{608C1055-F3CC-9723-93C8-004F72CB5955}"/>
              </a:ext>
            </a:extLst>
          </p:cNvPr>
          <p:cNvCxnSpPr>
            <a:cxnSpLocks/>
            <a:stCxn id="20" idx="0"/>
            <a:endCxn id="158" idx="0"/>
          </p:cNvCxnSpPr>
          <p:nvPr/>
        </p:nvCxnSpPr>
        <p:spPr>
          <a:xfrm rot="16200000" flipH="1">
            <a:off x="9450031" y="-4495380"/>
            <a:ext cx="221013" cy="10850174"/>
          </a:xfrm>
          <a:prstGeom prst="bentConnector3">
            <a:avLst>
              <a:gd name="adj1" fmla="val -56543"/>
            </a:avLst>
          </a:prstGeom>
          <a:ln w="6350"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>
            <a:extLst>
              <a:ext uri="{FF2B5EF4-FFF2-40B4-BE49-F238E27FC236}">
                <a16:creationId xmlns:a16="http://schemas.microsoft.com/office/drawing/2014/main" id="{592E8F3E-D35B-4ABE-237E-F662A703282C}"/>
              </a:ext>
            </a:extLst>
          </p:cNvPr>
          <p:cNvSpPr/>
          <p:nvPr/>
        </p:nvSpPr>
        <p:spPr>
          <a:xfrm>
            <a:off x="15223874" y="796545"/>
            <a:ext cx="81566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752A8C9F-06F6-F249-4966-659657873A42}"/>
              </a:ext>
            </a:extLst>
          </p:cNvPr>
          <p:cNvCxnSpPr>
            <a:cxnSpLocks/>
          </p:cNvCxnSpPr>
          <p:nvPr/>
        </p:nvCxnSpPr>
        <p:spPr>
          <a:xfrm>
            <a:off x="15315453" y="1115391"/>
            <a:ext cx="156595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8" name="Rectangle 167">
            <a:extLst>
              <a:ext uri="{FF2B5EF4-FFF2-40B4-BE49-F238E27FC236}">
                <a16:creationId xmlns:a16="http://schemas.microsoft.com/office/drawing/2014/main" id="{A7DC0262-978D-AC55-7EF8-31C2BEAFD7C7}"/>
              </a:ext>
            </a:extLst>
          </p:cNvPr>
          <p:cNvSpPr/>
          <p:nvPr/>
        </p:nvSpPr>
        <p:spPr>
          <a:xfrm>
            <a:off x="15479144" y="796545"/>
            <a:ext cx="81566" cy="5952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C01874A-F84C-0A92-F587-59AEA8BC0F16}"/>
              </a:ext>
            </a:extLst>
          </p:cNvPr>
          <p:cNvSpPr txBox="1"/>
          <p:nvPr/>
        </p:nvSpPr>
        <p:spPr>
          <a:xfrm>
            <a:off x="15562025" y="1480237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6x256x256</a:t>
            </a:r>
          </a:p>
        </p:txBody>
      </p:sp>
      <p:pic>
        <p:nvPicPr>
          <p:cNvPr id="174" name="Picture 173">
            <a:extLst>
              <a:ext uri="{FF2B5EF4-FFF2-40B4-BE49-F238E27FC236}">
                <a16:creationId xmlns:a16="http://schemas.microsoft.com/office/drawing/2014/main" id="{10CCE908-B876-31B5-AE6E-5C9AFAEBC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5153" y="780511"/>
            <a:ext cx="744539" cy="740437"/>
          </a:xfrm>
          <a:prstGeom prst="rect">
            <a:avLst/>
          </a:prstGeom>
          <a:scene3d>
            <a:camera prst="isometricOffAxis1Left"/>
            <a:lightRig rig="threePt" dir="t"/>
          </a:scene3d>
        </p:spPr>
      </p:pic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CD37A30A-9F6D-CB51-D3D6-9149F626F316}"/>
              </a:ext>
            </a:extLst>
          </p:cNvPr>
          <p:cNvCxnSpPr>
            <a:cxnSpLocks/>
          </p:cNvCxnSpPr>
          <p:nvPr/>
        </p:nvCxnSpPr>
        <p:spPr>
          <a:xfrm>
            <a:off x="15568818" y="1115391"/>
            <a:ext cx="156595" cy="0"/>
          </a:xfrm>
          <a:prstGeom prst="straightConnector1">
            <a:avLst/>
          </a:prstGeom>
          <a:ln w="0">
            <a:solidFill>
              <a:srgbClr val="C00000"/>
            </a:solidFill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3E94F84B-1771-BC44-BB63-06572C8DCD39}"/>
              </a:ext>
            </a:extLst>
          </p:cNvPr>
          <p:cNvSpPr txBox="1"/>
          <p:nvPr/>
        </p:nvSpPr>
        <p:spPr>
          <a:xfrm>
            <a:off x="15335330" y="1376330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32x256x256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253E84B-5079-5439-F2A6-9537352ED2AF}"/>
              </a:ext>
            </a:extLst>
          </p:cNvPr>
          <p:cNvSpPr txBox="1"/>
          <p:nvPr/>
        </p:nvSpPr>
        <p:spPr>
          <a:xfrm>
            <a:off x="14979095" y="1378490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32x256x256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C85D510-F2D5-7114-4141-1A50EB4B65D8}"/>
              </a:ext>
            </a:extLst>
          </p:cNvPr>
          <p:cNvSpPr txBox="1"/>
          <p:nvPr/>
        </p:nvSpPr>
        <p:spPr>
          <a:xfrm>
            <a:off x="14432360" y="665313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32x256x256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1DDA2496-EDC2-7B69-5A09-EC6EE4F960B1}"/>
              </a:ext>
            </a:extLst>
          </p:cNvPr>
          <p:cNvSpPr txBox="1"/>
          <p:nvPr/>
        </p:nvSpPr>
        <p:spPr>
          <a:xfrm>
            <a:off x="14400603" y="1934166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128x128x128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63C8F233-812B-E8BD-14E8-72962D86D41D}"/>
              </a:ext>
            </a:extLst>
          </p:cNvPr>
          <p:cNvSpPr txBox="1"/>
          <p:nvPr/>
        </p:nvSpPr>
        <p:spPr>
          <a:xfrm>
            <a:off x="13303323" y="1480237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128x128x128</a:t>
            </a: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23CF268E-A11A-B0B0-24D2-6879FBB4F461}"/>
              </a:ext>
            </a:extLst>
          </p:cNvPr>
          <p:cNvSpPr txBox="1"/>
          <p:nvPr/>
        </p:nvSpPr>
        <p:spPr>
          <a:xfrm>
            <a:off x="13346773" y="2344033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256x64x64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00A8E733-2BB0-7F6A-0F7B-A0AC367B2A91}"/>
              </a:ext>
            </a:extLst>
          </p:cNvPr>
          <p:cNvSpPr txBox="1"/>
          <p:nvPr/>
        </p:nvSpPr>
        <p:spPr>
          <a:xfrm>
            <a:off x="9148477" y="2764629"/>
            <a:ext cx="16768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BOTTLENECK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4693F9A1-DB50-9B4D-7436-3169431CFEDF}"/>
              </a:ext>
            </a:extLst>
          </p:cNvPr>
          <p:cNvSpPr/>
          <p:nvPr/>
        </p:nvSpPr>
        <p:spPr>
          <a:xfrm>
            <a:off x="3086165" y="637541"/>
            <a:ext cx="1241995" cy="87121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EC5B30AB-45C3-1877-EF18-5D2A712E7FF3}"/>
              </a:ext>
            </a:extLst>
          </p:cNvPr>
          <p:cNvSpPr txBox="1"/>
          <p:nvPr/>
        </p:nvSpPr>
        <p:spPr>
          <a:xfrm>
            <a:off x="3506040" y="512696"/>
            <a:ext cx="477124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RESBLOCK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47AE3D6C-8907-8B08-81F8-696F08B136DA}"/>
              </a:ext>
            </a:extLst>
          </p:cNvPr>
          <p:cNvSpPr/>
          <p:nvPr/>
        </p:nvSpPr>
        <p:spPr>
          <a:xfrm>
            <a:off x="3919918" y="1493970"/>
            <a:ext cx="1609662" cy="558348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F7643B37-D36F-1BDC-0D54-066C909A3FB2}"/>
              </a:ext>
            </a:extLst>
          </p:cNvPr>
          <p:cNvSpPr txBox="1"/>
          <p:nvPr/>
        </p:nvSpPr>
        <p:spPr>
          <a:xfrm>
            <a:off x="4474555" y="1354030"/>
            <a:ext cx="54608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DOWNBLOCK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F974B015-8455-262A-5F1D-EEEA1BC72618}"/>
              </a:ext>
            </a:extLst>
          </p:cNvPr>
          <p:cNvSpPr/>
          <p:nvPr/>
        </p:nvSpPr>
        <p:spPr>
          <a:xfrm>
            <a:off x="5091512" y="2022626"/>
            <a:ext cx="1961375" cy="4154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5CAE8F57-69A7-B951-DAF2-59118320B4FC}"/>
              </a:ext>
            </a:extLst>
          </p:cNvPr>
          <p:cNvSpPr txBox="1"/>
          <p:nvPr/>
        </p:nvSpPr>
        <p:spPr>
          <a:xfrm>
            <a:off x="5802866" y="1895506"/>
            <a:ext cx="66540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DOWNBLOCK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C88DBEA5-CCC8-7946-7D6C-0B1226B47EAE}"/>
              </a:ext>
            </a:extLst>
          </p:cNvPr>
          <p:cNvSpPr/>
          <p:nvPr/>
        </p:nvSpPr>
        <p:spPr>
          <a:xfrm>
            <a:off x="6511823" y="2388357"/>
            <a:ext cx="2399279" cy="41542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8658AB2F-6DF1-1E82-2682-88ED2DBA4530}"/>
              </a:ext>
            </a:extLst>
          </p:cNvPr>
          <p:cNvSpPr txBox="1"/>
          <p:nvPr/>
        </p:nvSpPr>
        <p:spPr>
          <a:xfrm>
            <a:off x="7553693" y="2264401"/>
            <a:ext cx="66540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/>
              <a:t>DOWNBLOCK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26E77A01-622C-40BC-B9C6-DDE67EA0C93F}"/>
              </a:ext>
            </a:extLst>
          </p:cNvPr>
          <p:cNvSpPr/>
          <p:nvPr/>
        </p:nvSpPr>
        <p:spPr>
          <a:xfrm>
            <a:off x="10607510" y="2431381"/>
            <a:ext cx="1902342" cy="33441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C415FAAE-A48C-6282-7454-658EE73BA6B5}"/>
              </a:ext>
            </a:extLst>
          </p:cNvPr>
          <p:cNvSpPr txBox="1"/>
          <p:nvPr/>
        </p:nvSpPr>
        <p:spPr>
          <a:xfrm>
            <a:off x="11114182" y="2758170"/>
            <a:ext cx="98738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/>
              <a:t>UPBLOCK, UPSAMPLE=FALSE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A4C63C77-A0C4-A909-37FA-EB7DE91C0BE9}"/>
              </a:ext>
            </a:extLst>
          </p:cNvPr>
          <p:cNvSpPr/>
          <p:nvPr/>
        </p:nvSpPr>
        <p:spPr>
          <a:xfrm>
            <a:off x="11903136" y="2088054"/>
            <a:ext cx="1871282" cy="383963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6456935-609A-BEA6-AA51-C158F1F32DB0}"/>
              </a:ext>
            </a:extLst>
          </p:cNvPr>
          <p:cNvSpPr txBox="1"/>
          <p:nvPr/>
        </p:nvSpPr>
        <p:spPr>
          <a:xfrm>
            <a:off x="12553605" y="2466829"/>
            <a:ext cx="98738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/>
              <a:t>UPBLOCK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59710332-6748-3982-C7CA-5C40014D5C2C}"/>
              </a:ext>
            </a:extLst>
          </p:cNvPr>
          <p:cNvSpPr/>
          <p:nvPr/>
        </p:nvSpPr>
        <p:spPr>
          <a:xfrm>
            <a:off x="13358556" y="1508760"/>
            <a:ext cx="1458534" cy="54693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7312F690-A399-5EE4-EDD2-68BC95AE831D}"/>
              </a:ext>
            </a:extLst>
          </p:cNvPr>
          <p:cNvSpPr txBox="1"/>
          <p:nvPr/>
        </p:nvSpPr>
        <p:spPr>
          <a:xfrm>
            <a:off x="13826145" y="2029206"/>
            <a:ext cx="756869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/>
              <a:t>UPBLOCK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17A087F5-11C6-45CD-FA6B-DDCF754E2B7C}"/>
              </a:ext>
            </a:extLst>
          </p:cNvPr>
          <p:cNvSpPr/>
          <p:nvPr/>
        </p:nvSpPr>
        <p:spPr>
          <a:xfrm>
            <a:off x="14502765" y="649605"/>
            <a:ext cx="1125855" cy="84565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30D299B9-B529-27D3-B4DF-E46C941C7A4F}"/>
              </a:ext>
            </a:extLst>
          </p:cNvPr>
          <p:cNvSpPr txBox="1"/>
          <p:nvPr/>
        </p:nvSpPr>
        <p:spPr>
          <a:xfrm>
            <a:off x="14905054" y="1480237"/>
            <a:ext cx="584233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/>
              <a:t>UPBLOCK</a:t>
            </a:r>
          </a:p>
        </p:txBody>
      </p:sp>
    </p:spTree>
    <p:extLst>
      <p:ext uri="{BB962C8B-B14F-4D97-AF65-F5344CB8AC3E}">
        <p14:creationId xmlns:p14="http://schemas.microsoft.com/office/powerpoint/2010/main" val="2920229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F0A47B-CDAE-1FFA-5F69-720BB49E2A18}"/>
              </a:ext>
            </a:extLst>
          </p:cNvPr>
          <p:cNvSpPr txBox="1"/>
          <p:nvPr/>
        </p:nvSpPr>
        <p:spPr>
          <a:xfrm>
            <a:off x="1993576" y="1155361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Input (x)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66C7CB-4CA7-87BF-107E-84B932FE09F4}"/>
              </a:ext>
            </a:extLst>
          </p:cNvPr>
          <p:cNvSpPr/>
          <p:nvPr/>
        </p:nvSpPr>
        <p:spPr>
          <a:xfrm>
            <a:off x="1993576" y="1841161"/>
            <a:ext cx="2286000" cy="7315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600" b="1" dirty="0"/>
              <a:t>ConvTranspose2d</a:t>
            </a:r>
            <a:endParaRPr sz="1600" b="1" dirty="0"/>
          </a:p>
          <a:p>
            <a:pPr algn="ctr"/>
            <a:r>
              <a:rPr sz="140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it-IT" sz="1400" dirty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sz="1400" dirty="0">
                <a:solidFill>
                  <a:schemeClr val="bg2">
                    <a:lumMod val="25000"/>
                  </a:schemeClr>
                </a:solidFill>
              </a:rPr>
              <a:t>x</a:t>
            </a:r>
            <a:r>
              <a:rPr lang="it-IT" sz="1400" dirty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sz="1400" dirty="0">
                <a:solidFill>
                  <a:schemeClr val="bg2">
                    <a:lumMod val="25000"/>
                  </a:schemeClr>
                </a:solidFill>
              </a:rPr>
              <a:t>, stride=</a:t>
            </a:r>
            <a:r>
              <a:rPr lang="it-IT" sz="1400" dirty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sz="1400" dirty="0">
                <a:solidFill>
                  <a:schemeClr val="bg2">
                    <a:lumMod val="25000"/>
                  </a:schemeClr>
                </a:solidFill>
              </a:rPr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2F3C7A-04F2-B33B-5082-402F8E3DC1DE}"/>
              </a:ext>
            </a:extLst>
          </p:cNvPr>
          <p:cNvSpPr/>
          <p:nvPr/>
        </p:nvSpPr>
        <p:spPr>
          <a:xfrm>
            <a:off x="1993576" y="3596809"/>
            <a:ext cx="22860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600" b="1" dirty="0" err="1"/>
              <a:t>double_conv</a:t>
            </a:r>
            <a:r>
              <a:rPr lang="en-US" sz="1600" b="1" dirty="0"/>
              <a:t>[0]</a:t>
            </a:r>
            <a:endParaRPr lang="it-IT" b="1" dirty="0"/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(Conv2D 3x3 + BN + ReLU)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2D03AA-E74B-D648-E751-59BC1D5B433C}"/>
              </a:ext>
            </a:extLst>
          </p:cNvPr>
          <p:cNvSpPr/>
          <p:nvPr/>
        </p:nvSpPr>
        <p:spPr>
          <a:xfrm>
            <a:off x="1993576" y="4614841"/>
            <a:ext cx="22860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600" b="1" dirty="0" err="1"/>
              <a:t>double_conv</a:t>
            </a:r>
            <a:r>
              <a:rPr lang="en-US" sz="1600" b="1" dirty="0"/>
              <a:t>[1]</a:t>
            </a:r>
            <a:endParaRPr lang="it-IT" b="1" dirty="0"/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(Conv2D 3x3 + BN + ReLU)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272E8F-21B1-21B0-0C25-26D3FA9E8BBF}"/>
              </a:ext>
            </a:extLst>
          </p:cNvPr>
          <p:cNvSpPr txBox="1"/>
          <p:nvPr/>
        </p:nvSpPr>
        <p:spPr>
          <a:xfrm>
            <a:off x="1993576" y="5632873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Output</a:t>
            </a:r>
          </a:p>
        </p:txBody>
      </p:sp>
      <p:cxnSp>
        <p:nvCxnSpPr>
          <p:cNvPr id="7" name="Connector 9">
            <a:extLst>
              <a:ext uri="{FF2B5EF4-FFF2-40B4-BE49-F238E27FC236}">
                <a16:creationId xmlns:a16="http://schemas.microsoft.com/office/drawing/2014/main" id="{2B7928A9-5BCB-CE18-A439-817A48D9C84D}"/>
              </a:ext>
            </a:extLst>
          </p:cNvPr>
          <p:cNvCxnSpPr/>
          <p:nvPr/>
        </p:nvCxnSpPr>
        <p:spPr>
          <a:xfrm>
            <a:off x="3136576" y="1566841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10">
            <a:extLst>
              <a:ext uri="{FF2B5EF4-FFF2-40B4-BE49-F238E27FC236}">
                <a16:creationId xmlns:a16="http://schemas.microsoft.com/office/drawing/2014/main" id="{00CA61B9-0F69-6C21-9C3C-DB94C17700E1}"/>
              </a:ext>
            </a:extLst>
          </p:cNvPr>
          <p:cNvCxnSpPr/>
          <p:nvPr/>
        </p:nvCxnSpPr>
        <p:spPr>
          <a:xfrm>
            <a:off x="3136576" y="5334169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39EABC4-FCEF-F640-29C3-7453CA81D201}"/>
              </a:ext>
            </a:extLst>
          </p:cNvPr>
          <p:cNvSpPr/>
          <p:nvPr/>
        </p:nvSpPr>
        <p:spPr>
          <a:xfrm>
            <a:off x="2907976" y="2856145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</a:rPr>
              <a:t>|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EB6BC6EF-AABF-0817-DF3C-9368B640ABC1}"/>
              </a:ext>
            </a:extLst>
          </p:cNvPr>
          <p:cNvCxnSpPr/>
          <p:nvPr/>
        </p:nvCxnSpPr>
        <p:spPr>
          <a:xfrm>
            <a:off x="3136576" y="2572681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9">
            <a:extLst>
              <a:ext uri="{FF2B5EF4-FFF2-40B4-BE49-F238E27FC236}">
                <a16:creationId xmlns:a16="http://schemas.microsoft.com/office/drawing/2014/main" id="{1423C5E7-F833-2B07-310D-CD11282FC1B0}"/>
              </a:ext>
            </a:extLst>
          </p:cNvPr>
          <p:cNvCxnSpPr/>
          <p:nvPr/>
        </p:nvCxnSpPr>
        <p:spPr>
          <a:xfrm>
            <a:off x="3136576" y="3313345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9">
            <a:extLst>
              <a:ext uri="{FF2B5EF4-FFF2-40B4-BE49-F238E27FC236}">
                <a16:creationId xmlns:a16="http://schemas.microsoft.com/office/drawing/2014/main" id="{B93A9EF6-E107-EBB4-FA33-83AECB87DAF8}"/>
              </a:ext>
            </a:extLst>
          </p:cNvPr>
          <p:cNvCxnSpPr>
            <a:cxnSpLocks/>
          </p:cNvCxnSpPr>
          <p:nvPr/>
        </p:nvCxnSpPr>
        <p:spPr>
          <a:xfrm flipH="1">
            <a:off x="3365176" y="3084745"/>
            <a:ext cx="11033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8FC0EC4-5BE9-CB80-497F-549838BAEE62}"/>
              </a:ext>
            </a:extLst>
          </p:cNvPr>
          <p:cNvSpPr txBox="1"/>
          <p:nvPr/>
        </p:nvSpPr>
        <p:spPr>
          <a:xfrm>
            <a:off x="4508176" y="2840130"/>
            <a:ext cx="135165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dirty="0"/>
              <a:t>Skip </a:t>
            </a:r>
          </a:p>
          <a:p>
            <a:pPr algn="ctr"/>
            <a:r>
              <a:rPr lang="it-IT" dirty="0"/>
              <a:t>Connection</a:t>
            </a:r>
            <a:endParaRPr dirty="0"/>
          </a:p>
        </p:txBody>
      </p:sp>
      <p:cxnSp>
        <p:nvCxnSpPr>
          <p:cNvPr id="14" name="Connector 9">
            <a:extLst>
              <a:ext uri="{FF2B5EF4-FFF2-40B4-BE49-F238E27FC236}">
                <a16:creationId xmlns:a16="http://schemas.microsoft.com/office/drawing/2014/main" id="{76919C19-1B35-B1A8-FDAD-7BD17B831C73}"/>
              </a:ext>
            </a:extLst>
          </p:cNvPr>
          <p:cNvCxnSpPr/>
          <p:nvPr/>
        </p:nvCxnSpPr>
        <p:spPr>
          <a:xfrm>
            <a:off x="3136576" y="4328329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5B60E6-F481-957F-AD73-6CE3E7365142}"/>
                  </a:ext>
                </a:extLst>
              </p:cNvPr>
              <p:cNvSpPr txBox="1"/>
              <p:nvPr/>
            </p:nvSpPr>
            <p:spPr>
              <a:xfrm>
                <a:off x="338512" y="1208885"/>
                <a:ext cx="113358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5B60E6-F481-957F-AD73-6CE3E7365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512" y="1208885"/>
                <a:ext cx="1133580" cy="276999"/>
              </a:xfrm>
              <a:prstGeom prst="rect">
                <a:avLst/>
              </a:prstGeom>
              <a:blipFill>
                <a:blip r:embed="rId2"/>
                <a:stretch>
                  <a:fillRect l="-4865" r="-432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375B95-D5B2-0F83-FE4E-F2A44116B28B}"/>
                  </a:ext>
                </a:extLst>
              </p:cNvPr>
              <p:cNvSpPr txBox="1"/>
              <p:nvPr/>
            </p:nvSpPr>
            <p:spPr>
              <a:xfrm>
                <a:off x="210271" y="2068421"/>
                <a:ext cx="1439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8375B95-D5B2-0F83-FE4E-F2A44116B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271" y="2068421"/>
                <a:ext cx="1439240" cy="276999"/>
              </a:xfrm>
              <a:prstGeom prst="rect">
                <a:avLst/>
              </a:prstGeom>
              <a:blipFill>
                <a:blip r:embed="rId3"/>
                <a:stretch>
                  <a:fillRect l="-4219" t="-2174" r="-295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51DCF0-1D63-4EDF-F401-A47430EB4F17}"/>
                  </a:ext>
                </a:extLst>
              </p:cNvPr>
              <p:cNvSpPr txBox="1"/>
              <p:nvPr/>
            </p:nvSpPr>
            <p:spPr>
              <a:xfrm>
                <a:off x="4468552" y="2537659"/>
                <a:ext cx="1498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′′×2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51DCF0-1D63-4EDF-F401-A47430EB4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552" y="2537659"/>
                <a:ext cx="1498552" cy="276999"/>
              </a:xfrm>
              <a:prstGeom prst="rect">
                <a:avLst/>
              </a:prstGeom>
              <a:blipFill>
                <a:blip r:embed="rId4"/>
                <a:stretch>
                  <a:fillRect l="-4065" t="-2174" r="-3252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ADE171-4FA5-BB30-56DB-DE0C6BC61D02}"/>
                  </a:ext>
                </a:extLst>
              </p:cNvPr>
              <p:cNvSpPr txBox="1"/>
              <p:nvPr/>
            </p:nvSpPr>
            <p:spPr>
              <a:xfrm>
                <a:off x="185682" y="3770545"/>
                <a:ext cx="1439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ADE171-4FA5-BB30-56DB-DE0C6BC61D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82" y="3770545"/>
                <a:ext cx="1439240" cy="276999"/>
              </a:xfrm>
              <a:prstGeom prst="rect">
                <a:avLst/>
              </a:prstGeom>
              <a:blipFill>
                <a:blip r:embed="rId5"/>
                <a:stretch>
                  <a:fillRect l="-4219" t="-4444" r="-295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C30C72-8F9B-78F3-E870-809DECD39688}"/>
                  </a:ext>
                </a:extLst>
              </p:cNvPr>
              <p:cNvSpPr txBox="1"/>
              <p:nvPr/>
            </p:nvSpPr>
            <p:spPr>
              <a:xfrm>
                <a:off x="185682" y="4842101"/>
                <a:ext cx="1439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CC30C72-8F9B-78F3-E870-809DECD39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82" y="4842101"/>
                <a:ext cx="1439240" cy="276999"/>
              </a:xfrm>
              <a:prstGeom prst="rect">
                <a:avLst/>
              </a:prstGeom>
              <a:blipFill>
                <a:blip r:embed="rId6"/>
                <a:stretch>
                  <a:fillRect l="-4219" t="-2174" r="-295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3032441-5E07-7AA5-1EE9-0B2D25404D68}"/>
                  </a:ext>
                </a:extLst>
              </p:cNvPr>
              <p:cNvSpPr txBox="1"/>
              <p:nvPr/>
            </p:nvSpPr>
            <p:spPr>
              <a:xfrm>
                <a:off x="185682" y="5669449"/>
                <a:ext cx="143924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×2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3032441-5E07-7AA5-1EE9-0B2D25404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82" y="5669449"/>
                <a:ext cx="1439240" cy="276999"/>
              </a:xfrm>
              <a:prstGeom prst="rect">
                <a:avLst/>
              </a:prstGeom>
              <a:blipFill>
                <a:blip r:embed="rId7"/>
                <a:stretch>
                  <a:fillRect l="-4219" t="-4444" r="-295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E6E180-3D83-77F5-CAC2-B1E50E5A38E3}"/>
                  </a:ext>
                </a:extLst>
              </p:cNvPr>
              <p:cNvSpPr txBox="1"/>
              <p:nvPr/>
            </p:nvSpPr>
            <p:spPr>
              <a:xfrm>
                <a:off x="1450899" y="3042811"/>
                <a:ext cx="12482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2E6E180-3D83-77F5-CAC2-B1E50E5A3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0899" y="3042811"/>
                <a:ext cx="1248290" cy="276999"/>
              </a:xfrm>
              <a:prstGeom prst="rect">
                <a:avLst/>
              </a:prstGeom>
              <a:blipFill>
                <a:blip r:embed="rId8"/>
                <a:stretch>
                  <a:fillRect l="-3902" t="-4348" r="-5366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2B87261-B356-F28F-16AC-A5D3C28E4C95}"/>
              </a:ext>
            </a:extLst>
          </p:cNvPr>
          <p:cNvSpPr txBox="1"/>
          <p:nvPr/>
        </p:nvSpPr>
        <p:spPr>
          <a:xfrm>
            <a:off x="1534864" y="2790196"/>
            <a:ext cx="10803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sz="1200" b="1" dirty="0"/>
              <a:t>CONSTRAIN:</a:t>
            </a:r>
            <a:endParaRPr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BC6DA5-DDD8-A434-53F1-BC1E28DA2F8C}"/>
              </a:ext>
            </a:extLst>
          </p:cNvPr>
          <p:cNvSpPr txBox="1"/>
          <p:nvPr/>
        </p:nvSpPr>
        <p:spPr>
          <a:xfrm>
            <a:off x="1649511" y="588207"/>
            <a:ext cx="18206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sz="1600" b="1" dirty="0"/>
              <a:t>UPSAMPLE=TRUE</a:t>
            </a:r>
            <a:endParaRPr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C97D3D-44D9-D153-E715-8C9EE991BFD5}"/>
              </a:ext>
            </a:extLst>
          </p:cNvPr>
          <p:cNvSpPr txBox="1"/>
          <p:nvPr/>
        </p:nvSpPr>
        <p:spPr>
          <a:xfrm>
            <a:off x="8119063" y="1155361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Input (x)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D94A04-E8E8-BE71-4035-35BF11940535}"/>
              </a:ext>
            </a:extLst>
          </p:cNvPr>
          <p:cNvSpPr/>
          <p:nvPr/>
        </p:nvSpPr>
        <p:spPr>
          <a:xfrm>
            <a:off x="8119063" y="3596809"/>
            <a:ext cx="22860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600" b="1" dirty="0" err="1"/>
              <a:t>double_conv</a:t>
            </a:r>
            <a:r>
              <a:rPr lang="en-US" sz="1600" b="1" dirty="0"/>
              <a:t>[0]</a:t>
            </a:r>
            <a:endParaRPr lang="it-IT" b="1" dirty="0"/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(Conv2D 3x3 + BN + ReLU)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CE4C72-DBB8-C3F1-3AA5-A9FDEBFF789E}"/>
              </a:ext>
            </a:extLst>
          </p:cNvPr>
          <p:cNvSpPr/>
          <p:nvPr/>
        </p:nvSpPr>
        <p:spPr>
          <a:xfrm>
            <a:off x="8119063" y="4614841"/>
            <a:ext cx="2286000" cy="731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600" b="1" dirty="0" err="1"/>
              <a:t>double_conv</a:t>
            </a:r>
            <a:r>
              <a:rPr lang="en-US" sz="1600" b="1" dirty="0"/>
              <a:t>[1]</a:t>
            </a:r>
            <a:endParaRPr lang="it-IT" b="1" dirty="0"/>
          </a:p>
          <a:p>
            <a:pPr algn="ctr">
              <a:defRPr sz="1200">
                <a:solidFill>
                  <a:srgbClr val="000000"/>
                </a:solidFill>
              </a:defRPr>
            </a:pP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(Conv2D 3x3 + BN + ReLU)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B63F2D-962E-C593-BE8E-53A063D4DDDA}"/>
              </a:ext>
            </a:extLst>
          </p:cNvPr>
          <p:cNvSpPr txBox="1"/>
          <p:nvPr/>
        </p:nvSpPr>
        <p:spPr>
          <a:xfrm>
            <a:off x="8119063" y="5632873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dirty="0"/>
              <a:t>Output</a:t>
            </a:r>
          </a:p>
        </p:txBody>
      </p:sp>
      <p:cxnSp>
        <p:nvCxnSpPr>
          <p:cNvPr id="28" name="Connector 10">
            <a:extLst>
              <a:ext uri="{FF2B5EF4-FFF2-40B4-BE49-F238E27FC236}">
                <a16:creationId xmlns:a16="http://schemas.microsoft.com/office/drawing/2014/main" id="{E5BF0C90-5B65-4C62-82DD-4EE4FC91F226}"/>
              </a:ext>
            </a:extLst>
          </p:cNvPr>
          <p:cNvCxnSpPr/>
          <p:nvPr/>
        </p:nvCxnSpPr>
        <p:spPr>
          <a:xfrm>
            <a:off x="9262063" y="5334169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D52C82D-A2A1-8E15-4391-316E88914C21}"/>
              </a:ext>
            </a:extLst>
          </p:cNvPr>
          <p:cNvSpPr/>
          <p:nvPr/>
        </p:nvSpPr>
        <p:spPr>
          <a:xfrm>
            <a:off x="9033463" y="2856145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dirty="0">
                <a:solidFill>
                  <a:schemeClr val="tx1"/>
                </a:solidFill>
              </a:rPr>
              <a:t>|</a:t>
            </a:r>
            <a:endParaRPr dirty="0">
              <a:solidFill>
                <a:schemeClr val="tx1"/>
              </a:solidFill>
            </a:endParaRPr>
          </a:p>
        </p:txBody>
      </p:sp>
      <p:cxnSp>
        <p:nvCxnSpPr>
          <p:cNvPr id="30" name="Connector 9">
            <a:extLst>
              <a:ext uri="{FF2B5EF4-FFF2-40B4-BE49-F238E27FC236}">
                <a16:creationId xmlns:a16="http://schemas.microsoft.com/office/drawing/2014/main" id="{55180480-D115-EE74-9C40-98576CB5830A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9262063" y="1612561"/>
            <a:ext cx="0" cy="1234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9">
            <a:extLst>
              <a:ext uri="{FF2B5EF4-FFF2-40B4-BE49-F238E27FC236}">
                <a16:creationId xmlns:a16="http://schemas.microsoft.com/office/drawing/2014/main" id="{53A0CE80-DBA8-ED35-94FB-F26B3024A4EE}"/>
              </a:ext>
            </a:extLst>
          </p:cNvPr>
          <p:cNvCxnSpPr/>
          <p:nvPr/>
        </p:nvCxnSpPr>
        <p:spPr>
          <a:xfrm>
            <a:off x="9262063" y="3313345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9">
            <a:extLst>
              <a:ext uri="{FF2B5EF4-FFF2-40B4-BE49-F238E27FC236}">
                <a16:creationId xmlns:a16="http://schemas.microsoft.com/office/drawing/2014/main" id="{79839FE2-9D9D-F181-BA8A-BA63BCE8C90B}"/>
              </a:ext>
            </a:extLst>
          </p:cNvPr>
          <p:cNvCxnSpPr>
            <a:cxnSpLocks/>
          </p:cNvCxnSpPr>
          <p:nvPr/>
        </p:nvCxnSpPr>
        <p:spPr>
          <a:xfrm flipH="1">
            <a:off x="9490663" y="3084745"/>
            <a:ext cx="110337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AB40DEE-1F55-BDA4-C0D2-3EE06AA15CE8}"/>
              </a:ext>
            </a:extLst>
          </p:cNvPr>
          <p:cNvSpPr txBox="1"/>
          <p:nvPr/>
        </p:nvSpPr>
        <p:spPr>
          <a:xfrm>
            <a:off x="10594038" y="2847001"/>
            <a:ext cx="135165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dirty="0"/>
              <a:t>Skip </a:t>
            </a:r>
          </a:p>
          <a:p>
            <a:pPr algn="ctr"/>
            <a:r>
              <a:rPr lang="it-IT" dirty="0"/>
              <a:t>Connection</a:t>
            </a:r>
            <a:endParaRPr dirty="0"/>
          </a:p>
        </p:txBody>
      </p:sp>
      <p:cxnSp>
        <p:nvCxnSpPr>
          <p:cNvPr id="34" name="Connector 9">
            <a:extLst>
              <a:ext uri="{FF2B5EF4-FFF2-40B4-BE49-F238E27FC236}">
                <a16:creationId xmlns:a16="http://schemas.microsoft.com/office/drawing/2014/main" id="{93FA1431-0D43-DE01-4100-384B6C8387CE}"/>
              </a:ext>
            </a:extLst>
          </p:cNvPr>
          <p:cNvCxnSpPr/>
          <p:nvPr/>
        </p:nvCxnSpPr>
        <p:spPr>
          <a:xfrm>
            <a:off x="9262063" y="4328329"/>
            <a:ext cx="0" cy="2743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67F18C-EF39-302C-652D-502CFAEF23A7}"/>
                  </a:ext>
                </a:extLst>
              </p:cNvPr>
              <p:cNvSpPr txBox="1"/>
              <p:nvPr/>
            </p:nvSpPr>
            <p:spPr>
              <a:xfrm>
                <a:off x="6463999" y="1208885"/>
                <a:ext cx="11827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A67F18C-EF39-302C-652D-502CFAEF2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999" y="1208885"/>
                <a:ext cx="1182760" cy="276999"/>
              </a:xfrm>
              <a:prstGeom prst="rect">
                <a:avLst/>
              </a:prstGeom>
              <a:blipFill>
                <a:blip r:embed="rId9"/>
                <a:stretch>
                  <a:fillRect l="-5155" t="-2174" r="-412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7C16314-23A7-B6CD-0985-23F97A7CE7F5}"/>
                  </a:ext>
                </a:extLst>
              </p:cNvPr>
              <p:cNvSpPr txBox="1"/>
              <p:nvPr/>
            </p:nvSpPr>
            <p:spPr>
              <a:xfrm>
                <a:off x="10594039" y="2537659"/>
                <a:ext cx="12420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′′×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7C16314-23A7-B6CD-0985-23F97A7CE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4039" y="2537659"/>
                <a:ext cx="1242071" cy="276999"/>
              </a:xfrm>
              <a:prstGeom prst="rect">
                <a:avLst/>
              </a:prstGeom>
              <a:blipFill>
                <a:blip r:embed="rId10"/>
                <a:stretch>
                  <a:fillRect l="-4902" t="-2174" r="-3431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136B15-636C-E82A-B24B-C7FAB75D7F20}"/>
                  </a:ext>
                </a:extLst>
              </p:cNvPr>
              <p:cNvSpPr txBox="1"/>
              <p:nvPr/>
            </p:nvSpPr>
            <p:spPr>
              <a:xfrm>
                <a:off x="6463999" y="3770545"/>
                <a:ext cx="11827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6136B15-636C-E82A-B24B-C7FAB75D7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999" y="3770545"/>
                <a:ext cx="1182760" cy="276999"/>
              </a:xfrm>
              <a:prstGeom prst="rect">
                <a:avLst/>
              </a:prstGeom>
              <a:blipFill>
                <a:blip r:embed="rId11"/>
                <a:stretch>
                  <a:fillRect l="-5155" t="-4444" r="-412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29F9692-01FB-CF01-0037-BC073C0758C8}"/>
                  </a:ext>
                </a:extLst>
              </p:cNvPr>
              <p:cNvSpPr txBox="1"/>
              <p:nvPr/>
            </p:nvSpPr>
            <p:spPr>
              <a:xfrm>
                <a:off x="6463999" y="4842101"/>
                <a:ext cx="11827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29F9692-01FB-CF01-0037-BC073C075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999" y="4842101"/>
                <a:ext cx="1182760" cy="276999"/>
              </a:xfrm>
              <a:prstGeom prst="rect">
                <a:avLst/>
              </a:prstGeom>
              <a:blipFill>
                <a:blip r:embed="rId9"/>
                <a:stretch>
                  <a:fillRect l="-5155" t="-2174" r="-4124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389580-0127-EC48-5CAA-CB8F85BEC758}"/>
                  </a:ext>
                </a:extLst>
              </p:cNvPr>
              <p:cNvSpPr txBox="1"/>
              <p:nvPr/>
            </p:nvSpPr>
            <p:spPr>
              <a:xfrm>
                <a:off x="6463999" y="5669449"/>
                <a:ext cx="118276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2389580-0127-EC48-5CAA-CB8F85BEC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3999" y="5669449"/>
                <a:ext cx="1182760" cy="276999"/>
              </a:xfrm>
              <a:prstGeom prst="rect">
                <a:avLst/>
              </a:prstGeom>
              <a:blipFill>
                <a:blip r:embed="rId12"/>
                <a:stretch>
                  <a:fillRect l="-5155" t="-4444" r="-4124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01ACB8-BAE3-8144-929E-C2D20F1799D9}"/>
                  </a:ext>
                </a:extLst>
              </p:cNvPr>
              <p:cNvSpPr txBox="1"/>
              <p:nvPr/>
            </p:nvSpPr>
            <p:spPr>
              <a:xfrm>
                <a:off x="7579266" y="3009722"/>
                <a:ext cx="12482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701ACB8-BAE3-8144-929E-C2D20F179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266" y="3009722"/>
                <a:ext cx="1248290" cy="276999"/>
              </a:xfrm>
              <a:prstGeom prst="rect">
                <a:avLst/>
              </a:prstGeom>
              <a:blipFill>
                <a:blip r:embed="rId13"/>
                <a:stretch>
                  <a:fillRect l="-3902" t="-4444" r="-536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C9A74780-D54E-C17F-413F-04C0F77C7D59}"/>
              </a:ext>
            </a:extLst>
          </p:cNvPr>
          <p:cNvSpPr txBox="1"/>
          <p:nvPr/>
        </p:nvSpPr>
        <p:spPr>
          <a:xfrm>
            <a:off x="7663231" y="2757107"/>
            <a:ext cx="10803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sz="1200" b="1" dirty="0"/>
              <a:t>CONSTRAIN:</a:t>
            </a:r>
            <a:endParaRPr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FB0CD6-F07C-3470-258A-02F00C924D1F}"/>
              </a:ext>
            </a:extLst>
          </p:cNvPr>
          <p:cNvSpPr txBox="1"/>
          <p:nvPr/>
        </p:nvSpPr>
        <p:spPr>
          <a:xfrm>
            <a:off x="7732968" y="588207"/>
            <a:ext cx="190468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it-IT" sz="1600" b="1" dirty="0"/>
              <a:t>UPSAMPLE=FALSE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172052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220</Words>
  <Application>Microsoft Office PowerPoint</Application>
  <PresentationFormat>Custom</PresentationFormat>
  <Paragraphs>84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Brillo</dc:creator>
  <cp:lastModifiedBy>Ivan Brillo</cp:lastModifiedBy>
  <cp:revision>2</cp:revision>
  <dcterms:created xsi:type="dcterms:W3CDTF">2025-10-16T12:32:55Z</dcterms:created>
  <dcterms:modified xsi:type="dcterms:W3CDTF">2025-12-20T20:43:13Z</dcterms:modified>
</cp:coreProperties>
</file>