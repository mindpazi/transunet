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09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54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34912-352E-A5D3-53BD-07FE71BDD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10C54E-E337-D27B-B940-B8A3C2887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C2639-7985-C8FC-EA35-2B970A026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C6738-2371-FBB2-D8B0-4F97F4B0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FE3BA-C15A-B75E-F395-AA71E232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309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B9CAE-9A11-2F5F-F1E0-FF8865A5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BBA74-3500-6A7C-3425-74FC5F671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1A896-07FE-F815-7B5B-155C9A41C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8C8BA-14E4-9751-6B29-BF7C0D0A5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4F35B-6E9F-BE67-FD01-9CF02DCB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66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F753-D0FE-D1C0-813D-3C957EBA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FFC60-70EE-D54C-3F8E-FA9F1A93E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69D86-FB06-04EE-25AB-8791DA3C3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65292-A5CA-F233-D29E-8A2EE892C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58FC7-3E43-B4FC-5D2F-0A1F857D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79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BEC4D-51B4-8547-FD07-4ECCDA4F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64D43-B49C-897B-B498-579016161C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42AF4-A4A6-9111-B35D-15AEA74C2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2E43E-064C-984B-7A4C-6B48F2F91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ACA2F-B21F-C73A-42CF-22EDF71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B3B8E-9698-6EBC-D5A9-F9701B2A4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07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91FB-64A2-3D4E-BB34-469F2F6EE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F4127-719B-61AC-089A-2E4F3E9C1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C50EA9-316A-9CD3-4467-D8093C919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22BB6-6840-417E-FD61-151B3D3CE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6A64E0-B289-D7C3-CC24-BAA0F7CBD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6DF2A-62E6-932D-4837-BF7139FDA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EFF096-CFFF-69A5-E01B-4E01838F1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DC583-97EC-083F-0452-3D571D23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6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9631C-53D8-5D7F-CDF8-20D913678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8E7D0D-5717-3CE9-BB01-69C4CD692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EE0941-3313-F92B-D19D-E1455CC76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FC0406-7286-35B8-DACF-F38AFFA4A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27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01098-F2FA-5FD7-0617-1898FA99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4B4AF-6499-1223-D9B3-FD30B4E6D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92FDA-D3B9-5B4A-3769-9551C5BDF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332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953B6-099E-4CBA-7DCE-4F44255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4B546-5A1E-45FB-F844-D6412E5C8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332EE-559F-C3CA-A690-6E817D595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2345F-46FC-F10B-D84B-5D3432357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83E38-F68E-C160-7A1C-D46D61C3D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1D81B-33D3-9013-0CD3-E7F5227FD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89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950B-541C-4CA9-5B1F-BA612468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826A22-6002-6850-99AD-D471046E48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F2FC4-4321-F3C7-FDE2-91CEECBCE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C05EC-F919-9C3C-F5C9-7A215BCD1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78F76-CA79-2CAA-BAAA-36223C1F6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CEA1E-58EF-3D27-FDED-D5E11D50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7800F-285C-9A94-CE98-CB980B628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377535-0FA3-AF0C-923D-5959643F4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3C4EF-FBC5-657B-AB84-56A51CFCA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A6ED2-8D55-9A6A-C4D0-08A18275A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DD0B7-B9F0-FE8D-24AF-B0228C32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87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BD446A-5397-B760-2496-C7930C898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0C7C5-B727-25D7-1905-71584109D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EBEFC-CCF4-EA73-1160-2AFBA5DC0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8C503-8D52-5B66-78C0-DF8EDD00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3DB27-77F3-DFAE-0419-9F2A0E18C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2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37418-F35F-DF78-57FF-ADE5F5C67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4A1DF-E406-A9C6-E409-90E0277B8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96301-67F0-FDC6-803C-F16C56496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5CBFB-22E7-435F-BD47-16CF4C657B89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757B4-D665-D92F-B54E-55A993561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ECC17-720B-5DE8-C567-17FFE46914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82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1020A5-FDA3-8704-31F9-F9D1EEFE6A60}"/>
              </a:ext>
            </a:extLst>
          </p:cNvPr>
          <p:cNvSpPr/>
          <p:nvPr/>
        </p:nvSpPr>
        <p:spPr>
          <a:xfrm>
            <a:off x="1885056" y="477742"/>
            <a:ext cx="214792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A9BDFD-B0BF-09BC-9E16-09B192BA560C}"/>
              </a:ext>
            </a:extLst>
          </p:cNvPr>
          <p:cNvSpPr/>
          <p:nvPr/>
        </p:nvSpPr>
        <p:spPr>
          <a:xfrm>
            <a:off x="2297252" y="477742"/>
            <a:ext cx="214792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987555-4C5C-DAF5-7DFA-9CDB67AEBF4C}"/>
              </a:ext>
            </a:extLst>
          </p:cNvPr>
          <p:cNvSpPr/>
          <p:nvPr/>
        </p:nvSpPr>
        <p:spPr>
          <a:xfrm>
            <a:off x="2709448" y="477742"/>
            <a:ext cx="214792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 descr="+&#10;">
            <a:extLst>
              <a:ext uri="{FF2B5EF4-FFF2-40B4-BE49-F238E27FC236}">
                <a16:creationId xmlns:a16="http://schemas.microsoft.com/office/drawing/2014/main" id="{E99FAAA3-5116-9C5E-AD0C-9ACDB6B9A3DB}"/>
              </a:ext>
            </a:extLst>
          </p:cNvPr>
          <p:cNvSpPr/>
          <p:nvPr/>
        </p:nvSpPr>
        <p:spPr>
          <a:xfrm>
            <a:off x="3121644" y="698755"/>
            <a:ext cx="146251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+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2B66C-A5AC-1EBF-E16B-14698AF564F7}"/>
              </a:ext>
            </a:extLst>
          </p:cNvPr>
          <p:cNvSpPr txBox="1"/>
          <p:nvPr/>
        </p:nvSpPr>
        <p:spPr>
          <a:xfrm>
            <a:off x="1780675" y="1073022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64x256x256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EBE14B-EADE-D603-8876-5D7029976AE3}"/>
              </a:ext>
            </a:extLst>
          </p:cNvPr>
          <p:cNvSpPr txBox="1"/>
          <p:nvPr/>
        </p:nvSpPr>
        <p:spPr>
          <a:xfrm>
            <a:off x="2179479" y="1073022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64x256x256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F02EFD-286B-A95B-04FB-90120EAD3577}"/>
              </a:ext>
            </a:extLst>
          </p:cNvPr>
          <p:cNvSpPr txBox="1"/>
          <p:nvPr/>
        </p:nvSpPr>
        <p:spPr>
          <a:xfrm>
            <a:off x="2593610" y="1069822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64x256x256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3A9534-383D-7229-9BBC-134E3C19DB67}"/>
              </a:ext>
            </a:extLst>
          </p:cNvPr>
          <p:cNvCxnSpPr/>
          <p:nvPr/>
        </p:nvCxnSpPr>
        <p:spPr>
          <a:xfrm>
            <a:off x="2099848" y="777854"/>
            <a:ext cx="197404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5CE996-208A-7F0A-B258-09C63CBE3DC3}"/>
              </a:ext>
            </a:extLst>
          </p:cNvPr>
          <p:cNvCxnSpPr/>
          <p:nvPr/>
        </p:nvCxnSpPr>
        <p:spPr>
          <a:xfrm>
            <a:off x="2512044" y="774527"/>
            <a:ext cx="197404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41C59B-1788-788A-B9B7-E327932CE53D}"/>
              </a:ext>
            </a:extLst>
          </p:cNvPr>
          <p:cNvCxnSpPr/>
          <p:nvPr/>
        </p:nvCxnSpPr>
        <p:spPr>
          <a:xfrm>
            <a:off x="2924240" y="775382"/>
            <a:ext cx="197404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3672745-1EE0-6007-BBA5-D74E0845C29E}"/>
              </a:ext>
            </a:extLst>
          </p:cNvPr>
          <p:cNvCxnSpPr>
            <a:cxnSpLocks/>
            <a:stCxn id="3" idx="0"/>
            <a:endCxn id="6" idx="0"/>
          </p:cNvCxnSpPr>
          <p:nvPr/>
        </p:nvCxnSpPr>
        <p:spPr>
          <a:xfrm rot="16200000" flipH="1">
            <a:off x="2483104" y="-12911"/>
            <a:ext cx="221013" cy="1202318"/>
          </a:xfrm>
          <a:prstGeom prst="bentConnector3">
            <a:avLst>
              <a:gd name="adj1" fmla="val -24421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BBFF1D-6817-7C70-D708-0C5B561C41E8}"/>
              </a:ext>
            </a:extLst>
          </p:cNvPr>
          <p:cNvCxnSpPr/>
          <p:nvPr/>
        </p:nvCxnSpPr>
        <p:spPr>
          <a:xfrm>
            <a:off x="3267895" y="773932"/>
            <a:ext cx="197404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6958D21-D954-9A58-2DC9-3EA03C487194}"/>
              </a:ext>
            </a:extLst>
          </p:cNvPr>
          <p:cNvSpPr/>
          <p:nvPr/>
        </p:nvSpPr>
        <p:spPr>
          <a:xfrm>
            <a:off x="3465299" y="477742"/>
            <a:ext cx="214792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7D4613-E8DF-D6A7-0334-939BF1DE7788}"/>
              </a:ext>
            </a:extLst>
          </p:cNvPr>
          <p:cNvSpPr txBox="1"/>
          <p:nvPr/>
        </p:nvSpPr>
        <p:spPr>
          <a:xfrm>
            <a:off x="3334133" y="357828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64x256x256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F7685F-1CE9-814A-267C-7B0FA33E73E6}"/>
              </a:ext>
            </a:extLst>
          </p:cNvPr>
          <p:cNvCxnSpPr>
            <a:cxnSpLocks/>
          </p:cNvCxnSpPr>
          <p:nvPr/>
        </p:nvCxnSpPr>
        <p:spPr>
          <a:xfrm>
            <a:off x="3572695" y="1069822"/>
            <a:ext cx="0" cy="207735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B39DA8F-4253-0070-2F8B-AD1C7D04FB6A}"/>
              </a:ext>
            </a:extLst>
          </p:cNvPr>
          <p:cNvSpPr/>
          <p:nvPr/>
        </p:nvSpPr>
        <p:spPr>
          <a:xfrm>
            <a:off x="3360374" y="1277557"/>
            <a:ext cx="450883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C0B881-4ADB-3732-93BC-5024B76C208C}"/>
              </a:ext>
            </a:extLst>
          </p:cNvPr>
          <p:cNvSpPr txBox="1"/>
          <p:nvPr/>
        </p:nvSpPr>
        <p:spPr>
          <a:xfrm>
            <a:off x="3347253" y="1611902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128x128x128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BF18BD5-9B97-B99E-1C3E-97E3A79C5958}"/>
              </a:ext>
            </a:extLst>
          </p:cNvPr>
          <p:cNvCxnSpPr/>
          <p:nvPr/>
        </p:nvCxnSpPr>
        <p:spPr>
          <a:xfrm>
            <a:off x="3811257" y="1448788"/>
            <a:ext cx="197404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3F68C27-E936-415B-9069-E86746E622B6}"/>
              </a:ext>
            </a:extLst>
          </p:cNvPr>
          <p:cNvSpPr/>
          <p:nvPr/>
        </p:nvSpPr>
        <p:spPr>
          <a:xfrm>
            <a:off x="4008661" y="1281615"/>
            <a:ext cx="450883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696FB7-CE61-524C-BB0B-53000F803EA8}"/>
              </a:ext>
            </a:extLst>
          </p:cNvPr>
          <p:cNvSpPr txBox="1"/>
          <p:nvPr/>
        </p:nvSpPr>
        <p:spPr>
          <a:xfrm>
            <a:off x="3995540" y="1615960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128x128x128</a:t>
            </a:r>
          </a:p>
        </p:txBody>
      </p:sp>
      <p:sp>
        <p:nvSpPr>
          <p:cNvPr id="40" name="Oval 39" descr="+&#10;">
            <a:extLst>
              <a:ext uri="{FF2B5EF4-FFF2-40B4-BE49-F238E27FC236}">
                <a16:creationId xmlns:a16="http://schemas.microsoft.com/office/drawing/2014/main" id="{206708B4-D862-44D0-2308-C960F5FE856A}"/>
              </a:ext>
            </a:extLst>
          </p:cNvPr>
          <p:cNvSpPr/>
          <p:nvPr/>
        </p:nvSpPr>
        <p:spPr>
          <a:xfrm>
            <a:off x="4683979" y="1369553"/>
            <a:ext cx="146251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+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3465370-DD3C-70D6-9B5F-D0DB6C719C7C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4459544" y="1446180"/>
            <a:ext cx="224435" cy="2608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54F693BD-B0BF-35A1-7936-1C882D8BC390}"/>
              </a:ext>
            </a:extLst>
          </p:cNvPr>
          <p:cNvCxnSpPr>
            <a:cxnSpLocks/>
            <a:endCxn id="40" idx="0"/>
          </p:cNvCxnSpPr>
          <p:nvPr/>
        </p:nvCxnSpPr>
        <p:spPr>
          <a:xfrm rot="16200000" flipH="1">
            <a:off x="4033419" y="645866"/>
            <a:ext cx="296533" cy="1150839"/>
          </a:xfrm>
          <a:prstGeom prst="bentConnector3">
            <a:avLst>
              <a:gd name="adj1" fmla="val 50000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A31B2AE-5A2B-1118-CDAF-FE74D2EDEEFA}"/>
              </a:ext>
            </a:extLst>
          </p:cNvPr>
          <p:cNvCxnSpPr/>
          <p:nvPr/>
        </p:nvCxnSpPr>
        <p:spPr>
          <a:xfrm>
            <a:off x="4830062" y="1444730"/>
            <a:ext cx="197404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0E8FAC7-3C6B-D773-A46C-D80C22BE01BB}"/>
              </a:ext>
            </a:extLst>
          </p:cNvPr>
          <p:cNvSpPr/>
          <p:nvPr/>
        </p:nvSpPr>
        <p:spPr>
          <a:xfrm>
            <a:off x="5033625" y="1277556"/>
            <a:ext cx="450883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29EFF5-56CF-E2A0-E151-98E2A2AA6AEA}"/>
              </a:ext>
            </a:extLst>
          </p:cNvPr>
          <p:cNvSpPr txBox="1"/>
          <p:nvPr/>
        </p:nvSpPr>
        <p:spPr>
          <a:xfrm>
            <a:off x="5019592" y="1159734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128x128x128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02B2BF5-FA59-2903-0582-BEEBAAC877F5}"/>
              </a:ext>
            </a:extLst>
          </p:cNvPr>
          <p:cNvCxnSpPr>
            <a:cxnSpLocks/>
          </p:cNvCxnSpPr>
          <p:nvPr/>
        </p:nvCxnSpPr>
        <p:spPr>
          <a:xfrm>
            <a:off x="5265458" y="1612747"/>
            <a:ext cx="0" cy="207735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51A2A074-0FEB-1934-815B-15DE546B2AC7}"/>
              </a:ext>
            </a:extLst>
          </p:cNvPr>
          <p:cNvSpPr/>
          <p:nvPr/>
        </p:nvSpPr>
        <p:spPr>
          <a:xfrm>
            <a:off x="4952309" y="1825975"/>
            <a:ext cx="615549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09E000-22A8-6452-8B1C-1D9638D71BA6}"/>
              </a:ext>
            </a:extLst>
          </p:cNvPr>
          <p:cNvSpPr txBox="1"/>
          <p:nvPr/>
        </p:nvSpPr>
        <p:spPr>
          <a:xfrm>
            <a:off x="5027466" y="1987652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256x64x64</a:t>
            </a:r>
          </a:p>
        </p:txBody>
      </p:sp>
      <p:sp>
        <p:nvSpPr>
          <p:cNvPr id="59" name="Oval 58" descr="+&#10;">
            <a:extLst>
              <a:ext uri="{FF2B5EF4-FFF2-40B4-BE49-F238E27FC236}">
                <a16:creationId xmlns:a16="http://schemas.microsoft.com/office/drawing/2014/main" id="{97E374EC-2BF7-E860-F00B-D544B41F1A9F}"/>
              </a:ext>
            </a:extLst>
          </p:cNvPr>
          <p:cNvSpPr/>
          <p:nvPr/>
        </p:nvSpPr>
        <p:spPr>
          <a:xfrm>
            <a:off x="6658370" y="1835538"/>
            <a:ext cx="146251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+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D5C71B4-0529-614D-3BAA-237B38B25ADB}"/>
              </a:ext>
            </a:extLst>
          </p:cNvPr>
          <p:cNvCxnSpPr>
            <a:cxnSpLocks/>
            <a:stCxn id="111" idx="3"/>
            <a:endCxn id="59" idx="2"/>
          </p:cNvCxnSpPr>
          <p:nvPr/>
        </p:nvCxnSpPr>
        <p:spPr>
          <a:xfrm flipV="1">
            <a:off x="6382735" y="1910715"/>
            <a:ext cx="275635" cy="5837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437DB67-DC2D-E407-916A-FBE3CCDC6027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04619" y="1011200"/>
            <a:ext cx="228247" cy="1429647"/>
          </a:xfrm>
          <a:prstGeom prst="bentConnector3">
            <a:avLst>
              <a:gd name="adj1" fmla="val 50000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9902D06-1D1C-B2DB-16AF-211EF5A89229}"/>
              </a:ext>
            </a:extLst>
          </p:cNvPr>
          <p:cNvCxnSpPr>
            <a:cxnSpLocks/>
            <a:stCxn id="59" idx="6"/>
          </p:cNvCxnSpPr>
          <p:nvPr/>
        </p:nvCxnSpPr>
        <p:spPr>
          <a:xfrm>
            <a:off x="6804621" y="1910715"/>
            <a:ext cx="197236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2B294CA-D2DA-A61E-7427-B186DD532FDB}"/>
              </a:ext>
            </a:extLst>
          </p:cNvPr>
          <p:cNvSpPr txBox="1"/>
          <p:nvPr/>
        </p:nvSpPr>
        <p:spPr>
          <a:xfrm>
            <a:off x="5868760" y="1977278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256x64x64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E537C28-5B78-F581-966D-D04FDFA647D5}"/>
              </a:ext>
            </a:extLst>
          </p:cNvPr>
          <p:cNvSpPr txBox="1"/>
          <p:nvPr/>
        </p:nvSpPr>
        <p:spPr>
          <a:xfrm>
            <a:off x="3678693" y="5584689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256x64x64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A022832-1473-581E-61A9-1DB0FE9AE74C}"/>
              </a:ext>
            </a:extLst>
          </p:cNvPr>
          <p:cNvCxnSpPr>
            <a:cxnSpLocks/>
          </p:cNvCxnSpPr>
          <p:nvPr/>
        </p:nvCxnSpPr>
        <p:spPr>
          <a:xfrm flipV="1">
            <a:off x="5550093" y="1910715"/>
            <a:ext cx="224435" cy="2608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9739839-F0C8-F0A0-7FD6-923C97C79740}"/>
              </a:ext>
            </a:extLst>
          </p:cNvPr>
          <p:cNvCxnSpPr>
            <a:cxnSpLocks/>
          </p:cNvCxnSpPr>
          <p:nvPr/>
        </p:nvCxnSpPr>
        <p:spPr>
          <a:xfrm>
            <a:off x="7308757" y="2003854"/>
            <a:ext cx="0" cy="207735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AB444725-19E6-E178-11F5-CFBBEDA83165}"/>
              </a:ext>
            </a:extLst>
          </p:cNvPr>
          <p:cNvSpPr/>
          <p:nvPr/>
        </p:nvSpPr>
        <p:spPr>
          <a:xfrm>
            <a:off x="6842562" y="2211589"/>
            <a:ext cx="974351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299A82F-142E-5462-449D-A0DD6D0E3D64}"/>
              </a:ext>
            </a:extLst>
          </p:cNvPr>
          <p:cNvSpPr txBox="1"/>
          <p:nvPr/>
        </p:nvSpPr>
        <p:spPr>
          <a:xfrm>
            <a:off x="7111402" y="2270022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512x32x32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DA24C91-4ED3-21AA-6042-B2582068383E}"/>
              </a:ext>
            </a:extLst>
          </p:cNvPr>
          <p:cNvSpPr txBox="1"/>
          <p:nvPr/>
        </p:nvSpPr>
        <p:spPr>
          <a:xfrm>
            <a:off x="8261837" y="2270022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512x32x32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C2B4868-E378-C165-4B28-F101C21C5892}"/>
              </a:ext>
            </a:extLst>
          </p:cNvPr>
          <p:cNvSpPr txBox="1"/>
          <p:nvPr/>
        </p:nvSpPr>
        <p:spPr>
          <a:xfrm>
            <a:off x="9506695" y="2266847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512x32x32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99C3583-58B8-F6AE-C8ED-5D7427F12863}"/>
              </a:ext>
            </a:extLst>
          </p:cNvPr>
          <p:cNvCxnSpPr>
            <a:cxnSpLocks/>
            <a:stCxn id="90" idx="3"/>
            <a:endCxn id="121" idx="1"/>
          </p:cNvCxnSpPr>
          <p:nvPr/>
        </p:nvCxnSpPr>
        <p:spPr>
          <a:xfrm flipV="1">
            <a:off x="7816913" y="2247905"/>
            <a:ext cx="165156" cy="2999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C7BF465-DA1A-E435-07DA-241F5CEB2D0F}"/>
              </a:ext>
            </a:extLst>
          </p:cNvPr>
          <p:cNvCxnSpPr>
            <a:cxnSpLocks/>
          </p:cNvCxnSpPr>
          <p:nvPr/>
        </p:nvCxnSpPr>
        <p:spPr>
          <a:xfrm flipV="1">
            <a:off x="8941040" y="2245858"/>
            <a:ext cx="227997" cy="111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16E42521-827F-3F96-B8EB-D56E812C3BC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48658" y="488290"/>
            <a:ext cx="169390" cy="3195392"/>
          </a:xfrm>
          <a:prstGeom prst="bentConnector3">
            <a:avLst>
              <a:gd name="adj1" fmla="val 50000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 descr="+&#10;">
            <a:extLst>
              <a:ext uri="{FF2B5EF4-FFF2-40B4-BE49-F238E27FC236}">
                <a16:creationId xmlns:a16="http://schemas.microsoft.com/office/drawing/2014/main" id="{39121686-4E6A-898E-874B-27BD0B35AF44}"/>
              </a:ext>
            </a:extLst>
          </p:cNvPr>
          <p:cNvSpPr/>
          <p:nvPr/>
        </p:nvSpPr>
        <p:spPr>
          <a:xfrm>
            <a:off x="10454967" y="2170681"/>
            <a:ext cx="146251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+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FDA4A41-E997-5A24-CCD4-DBD20C06E9F6}"/>
              </a:ext>
            </a:extLst>
          </p:cNvPr>
          <p:cNvCxnSpPr>
            <a:cxnSpLocks/>
            <a:stCxn id="124" idx="3"/>
            <a:endCxn id="103" idx="2"/>
          </p:cNvCxnSpPr>
          <p:nvPr/>
        </p:nvCxnSpPr>
        <p:spPr>
          <a:xfrm>
            <a:off x="10153841" y="2245858"/>
            <a:ext cx="301126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F305F31-D88C-7F67-6CDA-FF12EB2500A3}"/>
              </a:ext>
            </a:extLst>
          </p:cNvPr>
          <p:cNvCxnSpPr>
            <a:cxnSpLocks/>
            <a:stCxn id="103" idx="6"/>
          </p:cNvCxnSpPr>
          <p:nvPr/>
        </p:nvCxnSpPr>
        <p:spPr>
          <a:xfrm>
            <a:off x="10601218" y="2245858"/>
            <a:ext cx="197236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Rectangle 110">
            <a:extLst>
              <a:ext uri="{FF2B5EF4-FFF2-40B4-BE49-F238E27FC236}">
                <a16:creationId xmlns:a16="http://schemas.microsoft.com/office/drawing/2014/main" id="{28EA7B7D-0472-ED7F-A782-1EB8D19C6B09}"/>
              </a:ext>
            </a:extLst>
          </p:cNvPr>
          <p:cNvSpPr/>
          <p:nvPr/>
        </p:nvSpPr>
        <p:spPr>
          <a:xfrm>
            <a:off x="5767186" y="1825975"/>
            <a:ext cx="615549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65F0795-47D3-7916-20A1-83D92E5D02AF}"/>
              </a:ext>
            </a:extLst>
          </p:cNvPr>
          <p:cNvSpPr/>
          <p:nvPr/>
        </p:nvSpPr>
        <p:spPr>
          <a:xfrm>
            <a:off x="7007708" y="1820138"/>
            <a:ext cx="615549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1EE21CB-272A-7A2C-F02D-AF2795FA18B3}"/>
              </a:ext>
            </a:extLst>
          </p:cNvPr>
          <p:cNvSpPr/>
          <p:nvPr/>
        </p:nvSpPr>
        <p:spPr>
          <a:xfrm>
            <a:off x="7982069" y="2208590"/>
            <a:ext cx="974351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92D36383-1912-03E0-54AA-A758FF48ADDB}"/>
              </a:ext>
            </a:extLst>
          </p:cNvPr>
          <p:cNvSpPr/>
          <p:nvPr/>
        </p:nvSpPr>
        <p:spPr>
          <a:xfrm>
            <a:off x="9179490" y="2206543"/>
            <a:ext cx="974351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0DC657D8-EDE9-725A-89B4-74320FE835F4}"/>
              </a:ext>
            </a:extLst>
          </p:cNvPr>
          <p:cNvSpPr/>
          <p:nvPr/>
        </p:nvSpPr>
        <p:spPr>
          <a:xfrm>
            <a:off x="2067560" y="3261354"/>
            <a:ext cx="974351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42ACEB9-5475-8B28-D01F-515B0E3F3843}"/>
              </a:ext>
            </a:extLst>
          </p:cNvPr>
          <p:cNvSpPr txBox="1"/>
          <p:nvPr/>
        </p:nvSpPr>
        <p:spPr>
          <a:xfrm>
            <a:off x="2336400" y="3319787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512x32x32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ABD019C-B594-B9DF-F228-D47A5AFB6EC3}"/>
              </a:ext>
            </a:extLst>
          </p:cNvPr>
          <p:cNvSpPr txBox="1"/>
          <p:nvPr/>
        </p:nvSpPr>
        <p:spPr>
          <a:xfrm>
            <a:off x="3725799" y="3321999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1024x32x32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F26A65-E953-5A3A-F7C7-23F357154DDD}"/>
              </a:ext>
            </a:extLst>
          </p:cNvPr>
          <p:cNvSpPr txBox="1"/>
          <p:nvPr/>
        </p:nvSpPr>
        <p:spPr>
          <a:xfrm>
            <a:off x="5219102" y="3316508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512x32x32</a:t>
            </a:r>
          </a:p>
        </p:txBody>
      </p: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BFD5CB09-A620-57C6-F9BF-CFF3D6C35530}"/>
              </a:ext>
            </a:extLst>
          </p:cNvPr>
          <p:cNvCxnSpPr>
            <a:cxnSpLocks/>
            <a:stCxn id="130" idx="3"/>
            <a:endCxn id="140" idx="1"/>
          </p:cNvCxnSpPr>
          <p:nvPr/>
        </p:nvCxnSpPr>
        <p:spPr>
          <a:xfrm>
            <a:off x="3041911" y="3300669"/>
            <a:ext cx="197237" cy="2134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024AAE15-FEB9-FB6A-187D-8EE3AAB3C861}"/>
              </a:ext>
            </a:extLst>
          </p:cNvPr>
          <p:cNvCxnSpPr>
            <a:cxnSpLocks/>
          </p:cNvCxnSpPr>
          <p:nvPr/>
        </p:nvCxnSpPr>
        <p:spPr>
          <a:xfrm flipV="1">
            <a:off x="4674194" y="3302802"/>
            <a:ext cx="227997" cy="111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0ECAE549-14AC-93AC-8C1A-A02003A49C6D}"/>
              </a:ext>
            </a:extLst>
          </p:cNvPr>
          <p:cNvCxnSpPr>
            <a:cxnSpLocks/>
            <a:stCxn id="130" idx="0"/>
            <a:endCxn id="137" idx="0"/>
          </p:cNvCxnSpPr>
          <p:nvPr/>
        </p:nvCxnSpPr>
        <p:spPr>
          <a:xfrm rot="5400000" flipH="1" flipV="1">
            <a:off x="4388253" y="1386929"/>
            <a:ext cx="40908" cy="3707943"/>
          </a:xfrm>
          <a:prstGeom prst="bentConnector3">
            <a:avLst>
              <a:gd name="adj1" fmla="val 658815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 descr="+&#10;">
            <a:extLst>
              <a:ext uri="{FF2B5EF4-FFF2-40B4-BE49-F238E27FC236}">
                <a16:creationId xmlns:a16="http://schemas.microsoft.com/office/drawing/2014/main" id="{A6D218D4-8C29-F1C3-3119-48722FC9EFCA}"/>
              </a:ext>
            </a:extLst>
          </p:cNvPr>
          <p:cNvSpPr/>
          <p:nvPr/>
        </p:nvSpPr>
        <p:spPr>
          <a:xfrm>
            <a:off x="6188120" y="3220446"/>
            <a:ext cx="149117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|</a:t>
            </a:r>
            <a:endParaRPr lang="en-US" sz="600" b="1" dirty="0">
              <a:solidFill>
                <a:schemeClr val="tx1"/>
              </a:solidFill>
            </a:endParaRPr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03DB240D-E7FD-0641-743C-78E4AC88F63E}"/>
              </a:ext>
            </a:extLst>
          </p:cNvPr>
          <p:cNvCxnSpPr>
            <a:cxnSpLocks/>
            <a:stCxn id="141" idx="3"/>
            <a:endCxn id="137" idx="2"/>
          </p:cNvCxnSpPr>
          <p:nvPr/>
        </p:nvCxnSpPr>
        <p:spPr>
          <a:xfrm>
            <a:off x="5886994" y="3295623"/>
            <a:ext cx="301126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8CEF5D2E-DDCE-BFA4-35C1-86EEA0255900}"/>
              </a:ext>
            </a:extLst>
          </p:cNvPr>
          <p:cNvCxnSpPr>
            <a:cxnSpLocks/>
            <a:stCxn id="137" idx="6"/>
          </p:cNvCxnSpPr>
          <p:nvPr/>
        </p:nvCxnSpPr>
        <p:spPr>
          <a:xfrm>
            <a:off x="6337237" y="3295623"/>
            <a:ext cx="194370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0" name="Rectangle 139">
            <a:extLst>
              <a:ext uri="{FF2B5EF4-FFF2-40B4-BE49-F238E27FC236}">
                <a16:creationId xmlns:a16="http://schemas.microsoft.com/office/drawing/2014/main" id="{CF2AE2B4-7875-390B-45C0-31BD716658F9}"/>
              </a:ext>
            </a:extLst>
          </p:cNvPr>
          <p:cNvSpPr/>
          <p:nvPr/>
        </p:nvSpPr>
        <p:spPr>
          <a:xfrm>
            <a:off x="3239148" y="3265621"/>
            <a:ext cx="1450426" cy="7436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3546621-98B4-9384-D864-2A7850ED133D}"/>
              </a:ext>
            </a:extLst>
          </p:cNvPr>
          <p:cNvSpPr/>
          <p:nvPr/>
        </p:nvSpPr>
        <p:spPr>
          <a:xfrm>
            <a:off x="4912643" y="3256308"/>
            <a:ext cx="974351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B3EA72BC-EC5A-6611-68B9-5F8AF4CC2BF8}"/>
              </a:ext>
            </a:extLst>
          </p:cNvPr>
          <p:cNvCxnSpPr>
            <a:cxnSpLocks/>
          </p:cNvCxnSpPr>
          <p:nvPr/>
        </p:nvCxnSpPr>
        <p:spPr>
          <a:xfrm>
            <a:off x="1870324" y="3295623"/>
            <a:ext cx="197236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839CCD4A-E6B2-A205-DEBD-5E4117728BEF}"/>
              </a:ext>
            </a:extLst>
          </p:cNvPr>
          <p:cNvSpPr txBox="1"/>
          <p:nvPr/>
        </p:nvSpPr>
        <p:spPr>
          <a:xfrm>
            <a:off x="2508840" y="6127627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512x32x32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9E7372F7-6EA7-A2F9-2011-AB5DA6CCB1D3}"/>
              </a:ext>
            </a:extLst>
          </p:cNvPr>
          <p:cNvSpPr/>
          <p:nvPr/>
        </p:nvSpPr>
        <p:spPr>
          <a:xfrm>
            <a:off x="2202381" y="6067427"/>
            <a:ext cx="974351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8CE197F2-3F94-88FB-05B9-EAC6320F1A5B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1991054" y="6106742"/>
            <a:ext cx="211327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EEBFEC7F-0FE2-3DCF-1894-5C3C15BE5BA0}"/>
              </a:ext>
            </a:extLst>
          </p:cNvPr>
          <p:cNvSpPr txBox="1"/>
          <p:nvPr/>
        </p:nvSpPr>
        <p:spPr>
          <a:xfrm>
            <a:off x="3685914" y="6127627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512x32x32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3BE0715-6606-0688-E544-8253D21B99FD}"/>
              </a:ext>
            </a:extLst>
          </p:cNvPr>
          <p:cNvSpPr/>
          <p:nvPr/>
        </p:nvSpPr>
        <p:spPr>
          <a:xfrm>
            <a:off x="3379455" y="6067427"/>
            <a:ext cx="974351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C79B9B03-F594-919D-0725-E3EBE4D5CE0C}"/>
              </a:ext>
            </a:extLst>
          </p:cNvPr>
          <p:cNvCxnSpPr>
            <a:cxnSpLocks/>
            <a:endCxn id="170" idx="1"/>
          </p:cNvCxnSpPr>
          <p:nvPr/>
        </p:nvCxnSpPr>
        <p:spPr>
          <a:xfrm>
            <a:off x="3168128" y="6106742"/>
            <a:ext cx="211327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E07BBE8D-2BFD-E733-BA56-F646B1024A7F}"/>
              </a:ext>
            </a:extLst>
          </p:cNvPr>
          <p:cNvCxnSpPr>
            <a:cxnSpLocks/>
            <a:stCxn id="170" idx="0"/>
          </p:cNvCxnSpPr>
          <p:nvPr/>
        </p:nvCxnSpPr>
        <p:spPr>
          <a:xfrm flipV="1">
            <a:off x="3866631" y="5896671"/>
            <a:ext cx="0" cy="170756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73D88F3-1E01-720D-A137-5064B50C46C7}"/>
              </a:ext>
            </a:extLst>
          </p:cNvPr>
          <p:cNvSpPr/>
          <p:nvPr/>
        </p:nvSpPr>
        <p:spPr>
          <a:xfrm>
            <a:off x="3571297" y="5708223"/>
            <a:ext cx="615549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550C2FF9-E9CE-F54C-8593-7881701C23A2}"/>
              </a:ext>
            </a:extLst>
          </p:cNvPr>
          <p:cNvCxnSpPr>
            <a:cxnSpLocks/>
            <a:endCxn id="177" idx="2"/>
          </p:cNvCxnSpPr>
          <p:nvPr/>
        </p:nvCxnSpPr>
        <p:spPr>
          <a:xfrm flipV="1">
            <a:off x="4186846" y="5798799"/>
            <a:ext cx="270648" cy="5837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7" name="Oval 176" descr="+&#10;">
            <a:extLst>
              <a:ext uri="{FF2B5EF4-FFF2-40B4-BE49-F238E27FC236}">
                <a16:creationId xmlns:a16="http://schemas.microsoft.com/office/drawing/2014/main" id="{C33B08A5-9182-A170-FD02-603CE546302B}"/>
              </a:ext>
            </a:extLst>
          </p:cNvPr>
          <p:cNvSpPr/>
          <p:nvPr/>
        </p:nvSpPr>
        <p:spPr>
          <a:xfrm>
            <a:off x="4457494" y="5723622"/>
            <a:ext cx="149117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|</a:t>
            </a:r>
            <a:endParaRPr lang="en-US" sz="600" b="1" dirty="0">
              <a:solidFill>
                <a:schemeClr val="tx1"/>
              </a:solidFill>
            </a:endParaRP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1AD1FCFC-F5A2-E4EE-7183-2E11D4740C45}"/>
              </a:ext>
            </a:extLst>
          </p:cNvPr>
          <p:cNvCxnSpPr>
            <a:cxnSpLocks/>
            <a:endCxn id="177" idx="0"/>
          </p:cNvCxnSpPr>
          <p:nvPr/>
        </p:nvCxnSpPr>
        <p:spPr>
          <a:xfrm>
            <a:off x="1991054" y="5515349"/>
            <a:ext cx="2540999" cy="208273"/>
          </a:xfrm>
          <a:prstGeom prst="bentConnector2">
            <a:avLst/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ectangle 180">
            <a:extLst>
              <a:ext uri="{FF2B5EF4-FFF2-40B4-BE49-F238E27FC236}">
                <a16:creationId xmlns:a16="http://schemas.microsoft.com/office/drawing/2014/main" id="{81C0E464-DEC6-9906-102C-3BF6DC069787}"/>
              </a:ext>
            </a:extLst>
          </p:cNvPr>
          <p:cNvSpPr/>
          <p:nvPr/>
        </p:nvSpPr>
        <p:spPr>
          <a:xfrm>
            <a:off x="4763206" y="5708222"/>
            <a:ext cx="615549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DF4D7CB-8221-CCCC-E4D0-914B3C8BB076}"/>
              </a:ext>
            </a:extLst>
          </p:cNvPr>
          <p:cNvSpPr txBox="1"/>
          <p:nvPr/>
        </p:nvSpPr>
        <p:spPr>
          <a:xfrm>
            <a:off x="4838363" y="5869899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256x64x64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32320E7-2108-83FD-1DBB-7C10298CDCCC}"/>
              </a:ext>
            </a:extLst>
          </p:cNvPr>
          <p:cNvSpPr txBox="1"/>
          <p:nvPr/>
        </p:nvSpPr>
        <p:spPr>
          <a:xfrm>
            <a:off x="5679657" y="5859525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256x64x64</a:t>
            </a:r>
          </a:p>
        </p:txBody>
      </p: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5DAA21AE-B559-EA42-A357-F876E3A8B4C6}"/>
              </a:ext>
            </a:extLst>
          </p:cNvPr>
          <p:cNvCxnSpPr>
            <a:cxnSpLocks/>
            <a:stCxn id="181" idx="3"/>
            <a:endCxn id="185" idx="1"/>
          </p:cNvCxnSpPr>
          <p:nvPr/>
        </p:nvCxnSpPr>
        <p:spPr>
          <a:xfrm>
            <a:off x="5378755" y="5798799"/>
            <a:ext cx="199328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5" name="Rectangle 184">
            <a:extLst>
              <a:ext uri="{FF2B5EF4-FFF2-40B4-BE49-F238E27FC236}">
                <a16:creationId xmlns:a16="http://schemas.microsoft.com/office/drawing/2014/main" id="{C975CCC8-4183-B497-79C9-F8709C059696}"/>
              </a:ext>
            </a:extLst>
          </p:cNvPr>
          <p:cNvSpPr/>
          <p:nvPr/>
        </p:nvSpPr>
        <p:spPr>
          <a:xfrm>
            <a:off x="5578083" y="5708222"/>
            <a:ext cx="615549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05A28EF6-F858-AA29-A565-10D8A2D84E35}"/>
              </a:ext>
            </a:extLst>
          </p:cNvPr>
          <p:cNvCxnSpPr>
            <a:cxnSpLocks/>
            <a:stCxn id="177" idx="6"/>
            <a:endCxn id="181" idx="1"/>
          </p:cNvCxnSpPr>
          <p:nvPr/>
        </p:nvCxnSpPr>
        <p:spPr>
          <a:xfrm>
            <a:off x="4606611" y="5798799"/>
            <a:ext cx="156595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995AEA38-7517-A649-E02F-7C29C9F81EEE}"/>
              </a:ext>
            </a:extLst>
          </p:cNvPr>
          <p:cNvCxnSpPr>
            <a:cxnSpLocks/>
          </p:cNvCxnSpPr>
          <p:nvPr/>
        </p:nvCxnSpPr>
        <p:spPr>
          <a:xfrm flipV="1">
            <a:off x="5880526" y="5537467"/>
            <a:ext cx="0" cy="170756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E08EA35C-336F-99DF-C78C-D0FF7539870A}"/>
              </a:ext>
            </a:extLst>
          </p:cNvPr>
          <p:cNvSpPr/>
          <p:nvPr/>
        </p:nvSpPr>
        <p:spPr>
          <a:xfrm>
            <a:off x="5647742" y="5199159"/>
            <a:ext cx="450883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F127AB53-FF7E-A05D-602D-F5F2056DF96E}"/>
              </a:ext>
            </a:extLst>
          </p:cNvPr>
          <p:cNvSpPr txBox="1"/>
          <p:nvPr/>
        </p:nvSpPr>
        <p:spPr>
          <a:xfrm>
            <a:off x="5631061" y="5082390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128x128x128</a:t>
            </a:r>
          </a:p>
        </p:txBody>
      </p: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5DB653F4-7F94-A1E0-6C9E-86FEBB624F43}"/>
              </a:ext>
            </a:extLst>
          </p:cNvPr>
          <p:cNvCxnSpPr>
            <a:cxnSpLocks/>
            <a:stCxn id="193" idx="3"/>
            <a:endCxn id="196" idx="2"/>
          </p:cNvCxnSpPr>
          <p:nvPr/>
        </p:nvCxnSpPr>
        <p:spPr>
          <a:xfrm flipV="1">
            <a:off x="6098625" y="5365840"/>
            <a:ext cx="241818" cy="492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6" name="Oval 195" descr="+&#10;">
            <a:extLst>
              <a:ext uri="{FF2B5EF4-FFF2-40B4-BE49-F238E27FC236}">
                <a16:creationId xmlns:a16="http://schemas.microsoft.com/office/drawing/2014/main" id="{A12AB15D-80C7-B753-D95F-5D8F1E2946BF}"/>
              </a:ext>
            </a:extLst>
          </p:cNvPr>
          <p:cNvSpPr/>
          <p:nvPr/>
        </p:nvSpPr>
        <p:spPr>
          <a:xfrm>
            <a:off x="6340443" y="5290663"/>
            <a:ext cx="149117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|</a:t>
            </a:r>
            <a:endParaRPr lang="en-US" sz="600" b="1" dirty="0">
              <a:solidFill>
                <a:schemeClr val="tx1"/>
              </a:solidFill>
            </a:endParaRPr>
          </a:p>
        </p:txBody>
      </p: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6B63A424-C644-0F7A-407A-B7C7BB1457DF}"/>
              </a:ext>
            </a:extLst>
          </p:cNvPr>
          <p:cNvCxnSpPr>
            <a:cxnSpLocks/>
            <a:endCxn id="196" idx="0"/>
          </p:cNvCxnSpPr>
          <p:nvPr/>
        </p:nvCxnSpPr>
        <p:spPr>
          <a:xfrm>
            <a:off x="1991054" y="5046609"/>
            <a:ext cx="4423948" cy="244054"/>
          </a:xfrm>
          <a:prstGeom prst="bentConnector2">
            <a:avLst/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ectangle 200">
            <a:extLst>
              <a:ext uri="{FF2B5EF4-FFF2-40B4-BE49-F238E27FC236}">
                <a16:creationId xmlns:a16="http://schemas.microsoft.com/office/drawing/2014/main" id="{FE058AB8-C4C3-0911-4222-004E33B85295}"/>
              </a:ext>
            </a:extLst>
          </p:cNvPr>
          <p:cNvSpPr/>
          <p:nvPr/>
        </p:nvSpPr>
        <p:spPr>
          <a:xfrm>
            <a:off x="6635133" y="5192448"/>
            <a:ext cx="450883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9B01DA6-2CFD-863E-7748-9FD4DB9C17F7}"/>
              </a:ext>
            </a:extLst>
          </p:cNvPr>
          <p:cNvSpPr txBox="1"/>
          <p:nvPr/>
        </p:nvSpPr>
        <p:spPr>
          <a:xfrm>
            <a:off x="6622012" y="5526793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128x128x128</a:t>
            </a: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0AD1C727-E198-B890-D847-8E55DACD0550}"/>
              </a:ext>
            </a:extLst>
          </p:cNvPr>
          <p:cNvCxnSpPr/>
          <p:nvPr/>
        </p:nvCxnSpPr>
        <p:spPr>
          <a:xfrm>
            <a:off x="7086016" y="5363679"/>
            <a:ext cx="197404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4" name="Rectangle 203">
            <a:extLst>
              <a:ext uri="{FF2B5EF4-FFF2-40B4-BE49-F238E27FC236}">
                <a16:creationId xmlns:a16="http://schemas.microsoft.com/office/drawing/2014/main" id="{CDCE613F-CA68-81CF-4735-BE73C27DF2D7}"/>
              </a:ext>
            </a:extLst>
          </p:cNvPr>
          <p:cNvSpPr/>
          <p:nvPr/>
        </p:nvSpPr>
        <p:spPr>
          <a:xfrm>
            <a:off x="7283420" y="5196506"/>
            <a:ext cx="450883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CCB5AD35-33EC-795D-E07F-8AE21BF94912}"/>
              </a:ext>
            </a:extLst>
          </p:cNvPr>
          <p:cNvSpPr txBox="1"/>
          <p:nvPr/>
        </p:nvSpPr>
        <p:spPr>
          <a:xfrm>
            <a:off x="7270299" y="5530851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128x128x128</a:t>
            </a: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0EBAA77F-F20F-E6D3-F3A6-65ECB88AE7E1}"/>
              </a:ext>
            </a:extLst>
          </p:cNvPr>
          <p:cNvCxnSpPr>
            <a:cxnSpLocks/>
            <a:stCxn id="196" idx="6"/>
            <a:endCxn id="201" idx="1"/>
          </p:cNvCxnSpPr>
          <p:nvPr/>
        </p:nvCxnSpPr>
        <p:spPr>
          <a:xfrm flipV="1">
            <a:off x="6489560" y="5359621"/>
            <a:ext cx="145573" cy="6219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AE0DC2E0-1E8A-80FD-BE97-069384132415}"/>
              </a:ext>
            </a:extLst>
          </p:cNvPr>
          <p:cNvSpPr/>
          <p:nvPr/>
        </p:nvSpPr>
        <p:spPr>
          <a:xfrm>
            <a:off x="7390731" y="4432384"/>
            <a:ext cx="214792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932B864E-2CFC-EBF7-6851-49C030200D9F}"/>
              </a:ext>
            </a:extLst>
          </p:cNvPr>
          <p:cNvCxnSpPr>
            <a:cxnSpLocks/>
          </p:cNvCxnSpPr>
          <p:nvPr/>
        </p:nvCxnSpPr>
        <p:spPr>
          <a:xfrm flipV="1">
            <a:off x="7504797" y="5011932"/>
            <a:ext cx="0" cy="170756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4" name="TextBox 213">
            <a:extLst>
              <a:ext uri="{FF2B5EF4-FFF2-40B4-BE49-F238E27FC236}">
                <a16:creationId xmlns:a16="http://schemas.microsoft.com/office/drawing/2014/main" id="{BAEDD9DD-7926-E128-E8F9-62898BFBEBC8}"/>
              </a:ext>
            </a:extLst>
          </p:cNvPr>
          <p:cNvSpPr txBox="1"/>
          <p:nvPr/>
        </p:nvSpPr>
        <p:spPr>
          <a:xfrm>
            <a:off x="7256893" y="4302735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64x256x256</a:t>
            </a: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DC780BEB-B446-C7AF-713D-AC297CDA64D0}"/>
              </a:ext>
            </a:extLst>
          </p:cNvPr>
          <p:cNvCxnSpPr>
            <a:cxnSpLocks/>
            <a:endCxn id="216" idx="2"/>
          </p:cNvCxnSpPr>
          <p:nvPr/>
        </p:nvCxnSpPr>
        <p:spPr>
          <a:xfrm flipV="1">
            <a:off x="7606534" y="4729538"/>
            <a:ext cx="241818" cy="492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6" name="Oval 215" descr="+&#10;">
            <a:extLst>
              <a:ext uri="{FF2B5EF4-FFF2-40B4-BE49-F238E27FC236}">
                <a16:creationId xmlns:a16="http://schemas.microsoft.com/office/drawing/2014/main" id="{713BA08F-9062-1E62-CFBD-F1828A8236FC}"/>
              </a:ext>
            </a:extLst>
          </p:cNvPr>
          <p:cNvSpPr/>
          <p:nvPr/>
        </p:nvSpPr>
        <p:spPr>
          <a:xfrm>
            <a:off x="7848352" y="4654361"/>
            <a:ext cx="149117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|</a:t>
            </a:r>
            <a:endParaRPr lang="en-US" sz="600" b="1" dirty="0">
              <a:solidFill>
                <a:schemeClr val="tx1"/>
              </a:solidFill>
            </a:endParaRPr>
          </a:p>
        </p:txBody>
      </p:sp>
      <p:cxnSp>
        <p:nvCxnSpPr>
          <p:cNvPr id="217" name="Connector: Elbow 216">
            <a:extLst>
              <a:ext uri="{FF2B5EF4-FFF2-40B4-BE49-F238E27FC236}">
                <a16:creationId xmlns:a16="http://schemas.microsoft.com/office/drawing/2014/main" id="{2E6782B5-5885-58D3-9801-558E13413E7D}"/>
              </a:ext>
            </a:extLst>
          </p:cNvPr>
          <p:cNvCxnSpPr>
            <a:cxnSpLocks/>
            <a:endCxn id="216" idx="0"/>
          </p:cNvCxnSpPr>
          <p:nvPr/>
        </p:nvCxnSpPr>
        <p:spPr>
          <a:xfrm>
            <a:off x="1991054" y="4296218"/>
            <a:ext cx="5931857" cy="358143"/>
          </a:xfrm>
          <a:prstGeom prst="bentConnector2">
            <a:avLst/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Rectangle 220">
            <a:extLst>
              <a:ext uri="{FF2B5EF4-FFF2-40B4-BE49-F238E27FC236}">
                <a16:creationId xmlns:a16="http://schemas.microsoft.com/office/drawing/2014/main" id="{F854AFCD-4303-9C40-F239-BF55FEA76D17}"/>
              </a:ext>
            </a:extLst>
          </p:cNvPr>
          <p:cNvSpPr/>
          <p:nvPr/>
        </p:nvSpPr>
        <p:spPr>
          <a:xfrm>
            <a:off x="8182938" y="4428654"/>
            <a:ext cx="214792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6C299C0C-87E3-30D5-C550-58794CA13A0A}"/>
              </a:ext>
            </a:extLst>
          </p:cNvPr>
          <p:cNvSpPr/>
          <p:nvPr/>
        </p:nvSpPr>
        <p:spPr>
          <a:xfrm>
            <a:off x="8595134" y="4428654"/>
            <a:ext cx="214792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7367C4EC-39A9-2AEF-B073-1367528E0F68}"/>
              </a:ext>
            </a:extLst>
          </p:cNvPr>
          <p:cNvSpPr txBox="1"/>
          <p:nvPr/>
        </p:nvSpPr>
        <p:spPr>
          <a:xfrm>
            <a:off x="8083178" y="5023236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64x256x256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27F22820-E7EE-BAA5-78FB-54C17C8AF9E3}"/>
              </a:ext>
            </a:extLst>
          </p:cNvPr>
          <p:cNvSpPr txBox="1"/>
          <p:nvPr/>
        </p:nvSpPr>
        <p:spPr>
          <a:xfrm>
            <a:off x="8479296" y="5011209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64x256x256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D4BE7565-6525-DCB6-BBDD-CA842AC24F91}"/>
              </a:ext>
            </a:extLst>
          </p:cNvPr>
          <p:cNvCxnSpPr>
            <a:cxnSpLocks/>
            <a:stCxn id="216" idx="6"/>
          </p:cNvCxnSpPr>
          <p:nvPr/>
        </p:nvCxnSpPr>
        <p:spPr>
          <a:xfrm flipV="1">
            <a:off x="7997469" y="4728766"/>
            <a:ext cx="185469" cy="772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55D3D00-9016-6114-7599-2A936FA20CEA}"/>
              </a:ext>
            </a:extLst>
          </p:cNvPr>
          <p:cNvCxnSpPr>
            <a:cxnSpLocks/>
            <a:endCxn id="222" idx="1"/>
          </p:cNvCxnSpPr>
          <p:nvPr/>
        </p:nvCxnSpPr>
        <p:spPr>
          <a:xfrm>
            <a:off x="8408993" y="4726294"/>
            <a:ext cx="186141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3" name="TextBox 232">
            <a:extLst>
              <a:ext uri="{FF2B5EF4-FFF2-40B4-BE49-F238E27FC236}">
                <a16:creationId xmlns:a16="http://schemas.microsoft.com/office/drawing/2014/main" id="{5A9CAA89-D0DB-1857-6ADE-B1327CCECD5D}"/>
              </a:ext>
            </a:extLst>
          </p:cNvPr>
          <p:cNvSpPr txBox="1"/>
          <p:nvPr/>
        </p:nvSpPr>
        <p:spPr>
          <a:xfrm>
            <a:off x="8850600" y="5087776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6x256x256</a:t>
            </a:r>
          </a:p>
        </p:txBody>
      </p:sp>
      <p:pic>
        <p:nvPicPr>
          <p:cNvPr id="235" name="Picture 234">
            <a:extLst>
              <a:ext uri="{FF2B5EF4-FFF2-40B4-BE49-F238E27FC236}">
                <a16:creationId xmlns:a16="http://schemas.microsoft.com/office/drawing/2014/main" id="{A9F3B15D-2ED3-852F-A559-1516552BF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507" y="434772"/>
            <a:ext cx="772058" cy="77421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sp>
        <p:nvSpPr>
          <p:cNvPr id="236" name="TextBox 235">
            <a:extLst>
              <a:ext uri="{FF2B5EF4-FFF2-40B4-BE49-F238E27FC236}">
                <a16:creationId xmlns:a16="http://schemas.microsoft.com/office/drawing/2014/main" id="{23C5A65C-82FF-34A8-BF11-C59FF5157BA4}"/>
              </a:ext>
            </a:extLst>
          </p:cNvPr>
          <p:cNvSpPr txBox="1"/>
          <p:nvPr/>
        </p:nvSpPr>
        <p:spPr>
          <a:xfrm>
            <a:off x="1421875" y="1187555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dirty="0"/>
              <a:t>3x256x256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E08F2B-99CE-646E-E297-072ACFCCBAFA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604963" y="775382"/>
            <a:ext cx="280093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39" name="Picture 238">
            <a:extLst>
              <a:ext uri="{FF2B5EF4-FFF2-40B4-BE49-F238E27FC236}">
                <a16:creationId xmlns:a16="http://schemas.microsoft.com/office/drawing/2014/main" id="{DA40A71F-EB93-E7A1-A6FC-B445A44FAB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766" y="4370426"/>
            <a:ext cx="744539" cy="740437"/>
          </a:xfrm>
          <a:prstGeom prst="rect">
            <a:avLst/>
          </a:prstGeom>
          <a:scene3d>
            <a:camera prst="isometricOffAxis1Left"/>
            <a:lightRig rig="threePt" dir="t"/>
          </a:scene3d>
        </p:spPr>
      </p:pic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C6B6408E-02E0-52A3-2F8A-82EF862EA471}"/>
              </a:ext>
            </a:extLst>
          </p:cNvPr>
          <p:cNvCxnSpPr>
            <a:cxnSpLocks/>
            <a:stCxn id="222" idx="3"/>
          </p:cNvCxnSpPr>
          <p:nvPr/>
        </p:nvCxnSpPr>
        <p:spPr>
          <a:xfrm>
            <a:off x="8809926" y="4726294"/>
            <a:ext cx="197404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0" name="Connector: Elbow 239">
            <a:extLst>
              <a:ext uri="{FF2B5EF4-FFF2-40B4-BE49-F238E27FC236}">
                <a16:creationId xmlns:a16="http://schemas.microsoft.com/office/drawing/2014/main" id="{D6F97A4C-8C8A-A832-4F64-FFCF843C95E0}"/>
              </a:ext>
            </a:extLst>
          </p:cNvPr>
          <p:cNvCxnSpPr>
            <a:cxnSpLocks/>
          </p:cNvCxnSpPr>
          <p:nvPr/>
        </p:nvCxnSpPr>
        <p:spPr>
          <a:xfrm flipV="1">
            <a:off x="3680091" y="768521"/>
            <a:ext cx="7581144" cy="538"/>
          </a:xfrm>
          <a:prstGeom prst="bentConnector3">
            <a:avLst>
              <a:gd name="adj1" fmla="val 50000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: Elbow 241">
            <a:extLst>
              <a:ext uri="{FF2B5EF4-FFF2-40B4-BE49-F238E27FC236}">
                <a16:creationId xmlns:a16="http://schemas.microsoft.com/office/drawing/2014/main" id="{E22CD41E-6F59-1EA2-18AE-B3EE929CDDCB}"/>
              </a:ext>
            </a:extLst>
          </p:cNvPr>
          <p:cNvCxnSpPr>
            <a:cxnSpLocks/>
          </p:cNvCxnSpPr>
          <p:nvPr/>
        </p:nvCxnSpPr>
        <p:spPr>
          <a:xfrm flipV="1">
            <a:off x="5484508" y="1432277"/>
            <a:ext cx="5771661" cy="2205"/>
          </a:xfrm>
          <a:prstGeom prst="bentConnector3">
            <a:avLst>
              <a:gd name="adj1" fmla="val 50000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: Elbow 245">
            <a:extLst>
              <a:ext uri="{FF2B5EF4-FFF2-40B4-BE49-F238E27FC236}">
                <a16:creationId xmlns:a16="http://schemas.microsoft.com/office/drawing/2014/main" id="{057CB345-F7D0-4EB9-8113-A06AF0EA4024}"/>
              </a:ext>
            </a:extLst>
          </p:cNvPr>
          <p:cNvCxnSpPr>
            <a:cxnSpLocks/>
          </p:cNvCxnSpPr>
          <p:nvPr/>
        </p:nvCxnSpPr>
        <p:spPr>
          <a:xfrm flipV="1">
            <a:off x="7623257" y="1913633"/>
            <a:ext cx="3580524" cy="3023"/>
          </a:xfrm>
          <a:prstGeom prst="bentConnector3">
            <a:avLst>
              <a:gd name="adj1" fmla="val 50000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Oval 248" descr="+&#10;">
            <a:extLst>
              <a:ext uri="{FF2B5EF4-FFF2-40B4-BE49-F238E27FC236}">
                <a16:creationId xmlns:a16="http://schemas.microsoft.com/office/drawing/2014/main" id="{CAC37128-6A34-5ABE-5529-226D53A277F8}"/>
              </a:ext>
            </a:extLst>
          </p:cNvPr>
          <p:cNvSpPr/>
          <p:nvPr/>
        </p:nvSpPr>
        <p:spPr>
          <a:xfrm>
            <a:off x="10819580" y="2199539"/>
            <a:ext cx="92182" cy="92638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0" name="Oval 249" descr="+&#10;">
            <a:extLst>
              <a:ext uri="{FF2B5EF4-FFF2-40B4-BE49-F238E27FC236}">
                <a16:creationId xmlns:a16="http://schemas.microsoft.com/office/drawing/2014/main" id="{49706C8C-31ED-D693-2A42-8818D0AFE530}"/>
              </a:ext>
            </a:extLst>
          </p:cNvPr>
          <p:cNvSpPr/>
          <p:nvPr/>
        </p:nvSpPr>
        <p:spPr>
          <a:xfrm>
            <a:off x="1760586" y="3256308"/>
            <a:ext cx="92182" cy="92638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1" name="Oval 250" descr="+&#10;">
            <a:extLst>
              <a:ext uri="{FF2B5EF4-FFF2-40B4-BE49-F238E27FC236}">
                <a16:creationId xmlns:a16="http://schemas.microsoft.com/office/drawing/2014/main" id="{EE5362EA-2B58-94AD-3D89-743631D91E4A}"/>
              </a:ext>
            </a:extLst>
          </p:cNvPr>
          <p:cNvSpPr/>
          <p:nvPr/>
        </p:nvSpPr>
        <p:spPr>
          <a:xfrm>
            <a:off x="6540260" y="3249304"/>
            <a:ext cx="92182" cy="92638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2" name="Oval 251" descr="+&#10;">
            <a:extLst>
              <a:ext uri="{FF2B5EF4-FFF2-40B4-BE49-F238E27FC236}">
                <a16:creationId xmlns:a16="http://schemas.microsoft.com/office/drawing/2014/main" id="{961F6985-3DD7-9E74-7F4D-E76E40CB4A5A}"/>
              </a:ext>
            </a:extLst>
          </p:cNvPr>
          <p:cNvSpPr/>
          <p:nvPr/>
        </p:nvSpPr>
        <p:spPr>
          <a:xfrm>
            <a:off x="1887694" y="6060423"/>
            <a:ext cx="92182" cy="92638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4" name="Oval 253" descr="+&#10;">
            <a:extLst>
              <a:ext uri="{FF2B5EF4-FFF2-40B4-BE49-F238E27FC236}">
                <a16:creationId xmlns:a16="http://schemas.microsoft.com/office/drawing/2014/main" id="{74C39B22-0FBF-BCF0-C303-87B056446E43}"/>
              </a:ext>
            </a:extLst>
          </p:cNvPr>
          <p:cNvSpPr/>
          <p:nvPr/>
        </p:nvSpPr>
        <p:spPr>
          <a:xfrm>
            <a:off x="11301384" y="727613"/>
            <a:ext cx="92182" cy="92638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5" name="Oval 254" descr="+&#10;">
            <a:extLst>
              <a:ext uri="{FF2B5EF4-FFF2-40B4-BE49-F238E27FC236}">
                <a16:creationId xmlns:a16="http://schemas.microsoft.com/office/drawing/2014/main" id="{F2776DA2-7A20-F681-E0A9-CF0E07888D6B}"/>
              </a:ext>
            </a:extLst>
          </p:cNvPr>
          <p:cNvSpPr/>
          <p:nvPr/>
        </p:nvSpPr>
        <p:spPr>
          <a:xfrm>
            <a:off x="11295673" y="1864395"/>
            <a:ext cx="92182" cy="92638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6" name="Oval 255" descr="+&#10;">
            <a:extLst>
              <a:ext uri="{FF2B5EF4-FFF2-40B4-BE49-F238E27FC236}">
                <a16:creationId xmlns:a16="http://schemas.microsoft.com/office/drawing/2014/main" id="{9C143E55-F22D-7696-288D-EE5C3C4D6A2A}"/>
              </a:ext>
            </a:extLst>
          </p:cNvPr>
          <p:cNvSpPr/>
          <p:nvPr/>
        </p:nvSpPr>
        <p:spPr>
          <a:xfrm>
            <a:off x="11301384" y="1398409"/>
            <a:ext cx="92182" cy="92638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7" name="Oval 256" descr="+&#10;">
            <a:extLst>
              <a:ext uri="{FF2B5EF4-FFF2-40B4-BE49-F238E27FC236}">
                <a16:creationId xmlns:a16="http://schemas.microsoft.com/office/drawing/2014/main" id="{E9DF3134-DB1D-787D-2C96-027601E0B615}"/>
              </a:ext>
            </a:extLst>
          </p:cNvPr>
          <p:cNvSpPr/>
          <p:nvPr/>
        </p:nvSpPr>
        <p:spPr>
          <a:xfrm>
            <a:off x="1818177" y="4268842"/>
            <a:ext cx="92182" cy="92638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8" name="Oval 257" descr="+&#10;">
            <a:extLst>
              <a:ext uri="{FF2B5EF4-FFF2-40B4-BE49-F238E27FC236}">
                <a16:creationId xmlns:a16="http://schemas.microsoft.com/office/drawing/2014/main" id="{3C896FC0-F50E-DE97-094C-09048FD6A626}"/>
              </a:ext>
            </a:extLst>
          </p:cNvPr>
          <p:cNvSpPr/>
          <p:nvPr/>
        </p:nvSpPr>
        <p:spPr>
          <a:xfrm>
            <a:off x="1818603" y="5460857"/>
            <a:ext cx="92182" cy="92638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9" name="Oval 258" descr="+&#10;">
            <a:extLst>
              <a:ext uri="{FF2B5EF4-FFF2-40B4-BE49-F238E27FC236}">
                <a16:creationId xmlns:a16="http://schemas.microsoft.com/office/drawing/2014/main" id="{9F14983E-1419-25A0-260D-881CEF8FD24E}"/>
              </a:ext>
            </a:extLst>
          </p:cNvPr>
          <p:cNvSpPr/>
          <p:nvPr/>
        </p:nvSpPr>
        <p:spPr>
          <a:xfrm>
            <a:off x="1824314" y="4994871"/>
            <a:ext cx="92182" cy="92638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951FE382-AA48-53F9-F618-5195EFCD324A}"/>
              </a:ext>
            </a:extLst>
          </p:cNvPr>
          <p:cNvSpPr txBox="1"/>
          <p:nvPr/>
        </p:nvSpPr>
        <p:spPr>
          <a:xfrm>
            <a:off x="126653" y="621494"/>
            <a:ext cx="167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ENCODER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B7B73E7-644D-DD4F-8912-0C996FC378CC}"/>
              </a:ext>
            </a:extLst>
          </p:cNvPr>
          <p:cNvSpPr txBox="1"/>
          <p:nvPr/>
        </p:nvSpPr>
        <p:spPr>
          <a:xfrm>
            <a:off x="109285" y="3111053"/>
            <a:ext cx="167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BOTTLENECK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B5316E19-8E05-7379-DEC2-3A084EBFB5C6}"/>
              </a:ext>
            </a:extLst>
          </p:cNvPr>
          <p:cNvSpPr txBox="1"/>
          <p:nvPr/>
        </p:nvSpPr>
        <p:spPr>
          <a:xfrm>
            <a:off x="159784" y="4872125"/>
            <a:ext cx="167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DECODER</a:t>
            </a:r>
          </a:p>
        </p:txBody>
      </p:sp>
    </p:spTree>
    <p:extLst>
      <p:ext uri="{BB962C8B-B14F-4D97-AF65-F5344CB8AC3E}">
        <p14:creationId xmlns:p14="http://schemas.microsoft.com/office/powerpoint/2010/main" val="2920229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49</Words>
  <Application>Microsoft Office PowerPoint</Application>
  <PresentationFormat>Widescreen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Brillo</dc:creator>
  <cp:lastModifiedBy>Ivan Brillo</cp:lastModifiedBy>
  <cp:revision>1</cp:revision>
  <dcterms:created xsi:type="dcterms:W3CDTF">2025-10-16T12:32:55Z</dcterms:created>
  <dcterms:modified xsi:type="dcterms:W3CDTF">2025-10-16T13:26:48Z</dcterms:modified>
</cp:coreProperties>
</file>